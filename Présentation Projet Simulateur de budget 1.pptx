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77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9" r:id="rId22"/>
    <p:sldId id="278" r:id="rId23"/>
    <p:sldId id="274" r:id="rId24"/>
    <p:sldId id="275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75" autoAdjust="0"/>
    <p:restoredTop sz="94718" autoAdjust="0"/>
  </p:normalViewPr>
  <p:slideViewPr>
    <p:cSldViewPr snapToGrid="0" snapToObjects="1">
      <p:cViewPr varScale="1">
        <p:scale>
          <a:sx n="68" d="100"/>
          <a:sy n="68" d="100"/>
        </p:scale>
        <p:origin x="200" y="16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hyperlink" Target="https://manoucaboul-arch.shinyapps.io/monbudget/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hyperlink" Target="https://manoucaboul-arch.shinyapps.io/monbudget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75AF97-C25A-4CC8-BC96-76DA408FAFD6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1A98BE5-D278-424B-8F2D-76C88CD0BD00}">
      <dgm:prSet/>
      <dgm:spPr/>
      <dgm:t>
        <a:bodyPr/>
        <a:lstStyle/>
        <a:p>
          <a:r>
            <a:rPr lang="en-US"/>
            <a:t>Contexte et Problématique</a:t>
          </a:r>
        </a:p>
      </dgm:t>
    </dgm:pt>
    <dgm:pt modelId="{6A70B3B5-0C19-4055-961F-8BBD9B1D7FE3}" type="parTrans" cxnId="{E7EB67AA-E0BB-445E-9D8A-01CD8A05428D}">
      <dgm:prSet/>
      <dgm:spPr/>
      <dgm:t>
        <a:bodyPr/>
        <a:lstStyle/>
        <a:p>
          <a:endParaRPr lang="en-US"/>
        </a:p>
      </dgm:t>
    </dgm:pt>
    <dgm:pt modelId="{AAAE89EE-32FB-42F7-B9CF-E6D4C11831D2}" type="sibTrans" cxnId="{E7EB67AA-E0BB-445E-9D8A-01CD8A05428D}">
      <dgm:prSet/>
      <dgm:spPr/>
      <dgm:t>
        <a:bodyPr/>
        <a:lstStyle/>
        <a:p>
          <a:endParaRPr lang="en-US"/>
        </a:p>
      </dgm:t>
    </dgm:pt>
    <dgm:pt modelId="{8B7CBDDB-793C-466F-9D4A-19707F1D1822}">
      <dgm:prSet/>
      <dgm:spPr/>
      <dgm:t>
        <a:bodyPr/>
        <a:lstStyle/>
        <a:p>
          <a:r>
            <a:rPr lang="en-US"/>
            <a:t>Objectifs du Projet</a:t>
          </a:r>
        </a:p>
      </dgm:t>
    </dgm:pt>
    <dgm:pt modelId="{F70EB15A-C52D-4CE2-A8C2-D4BF6C560956}" type="parTrans" cxnId="{05F3C323-2A48-402C-90B0-3DADC88D4326}">
      <dgm:prSet/>
      <dgm:spPr/>
      <dgm:t>
        <a:bodyPr/>
        <a:lstStyle/>
        <a:p>
          <a:endParaRPr lang="en-US"/>
        </a:p>
      </dgm:t>
    </dgm:pt>
    <dgm:pt modelId="{1CBAEE8C-69A2-4674-B2D4-698F009DE31F}" type="sibTrans" cxnId="{05F3C323-2A48-402C-90B0-3DADC88D4326}">
      <dgm:prSet/>
      <dgm:spPr/>
      <dgm:t>
        <a:bodyPr/>
        <a:lstStyle/>
        <a:p>
          <a:endParaRPr lang="en-US"/>
        </a:p>
      </dgm:t>
    </dgm:pt>
    <dgm:pt modelId="{8F1CE719-513B-49E0-A54C-7330EC5BFD96}">
      <dgm:prSet/>
      <dgm:spPr/>
      <dgm:t>
        <a:bodyPr/>
        <a:lstStyle/>
        <a:p>
          <a:r>
            <a:rPr lang="en-US"/>
            <a:t>Architecture Technique</a:t>
          </a:r>
        </a:p>
      </dgm:t>
    </dgm:pt>
    <dgm:pt modelId="{3B4916EE-4C53-4812-9BA6-C6D1B4530B68}" type="parTrans" cxnId="{8D7FDD0E-189C-4394-836B-29B3E040F472}">
      <dgm:prSet/>
      <dgm:spPr/>
      <dgm:t>
        <a:bodyPr/>
        <a:lstStyle/>
        <a:p>
          <a:endParaRPr lang="en-US"/>
        </a:p>
      </dgm:t>
    </dgm:pt>
    <dgm:pt modelId="{C362309F-BB3F-4CAC-A647-877A95A2DFC5}" type="sibTrans" cxnId="{8D7FDD0E-189C-4394-836B-29B3E040F472}">
      <dgm:prSet/>
      <dgm:spPr/>
      <dgm:t>
        <a:bodyPr/>
        <a:lstStyle/>
        <a:p>
          <a:endParaRPr lang="en-US"/>
        </a:p>
      </dgm:t>
    </dgm:pt>
    <dgm:pt modelId="{9583C4ED-6106-4D40-9DE4-233A3DE9404D}">
      <dgm:prSet/>
      <dgm:spPr/>
      <dgm:t>
        <a:bodyPr/>
        <a:lstStyle/>
        <a:p>
          <a:r>
            <a:rPr lang="en-US"/>
            <a:t>Les 5 Fonctions Principales</a:t>
          </a:r>
        </a:p>
      </dgm:t>
    </dgm:pt>
    <dgm:pt modelId="{5C7D49B8-0A27-4CFA-B0D0-7EB6D3421121}" type="parTrans" cxnId="{5D7B79A1-7EC5-4352-A31B-B6AD99D9FBB2}">
      <dgm:prSet/>
      <dgm:spPr/>
      <dgm:t>
        <a:bodyPr/>
        <a:lstStyle/>
        <a:p>
          <a:endParaRPr lang="en-US"/>
        </a:p>
      </dgm:t>
    </dgm:pt>
    <dgm:pt modelId="{FB7908DE-7AF5-4C8A-9574-DAD72607A078}" type="sibTrans" cxnId="{5D7B79A1-7EC5-4352-A31B-B6AD99D9FBB2}">
      <dgm:prSet/>
      <dgm:spPr/>
      <dgm:t>
        <a:bodyPr/>
        <a:lstStyle/>
        <a:p>
          <a:endParaRPr lang="en-US"/>
        </a:p>
      </dgm:t>
    </dgm:pt>
    <dgm:pt modelId="{E847D76C-835F-42BD-8075-099FE703FA1F}">
      <dgm:prSet/>
      <dgm:spPr/>
      <dgm:t>
        <a:bodyPr/>
        <a:lstStyle/>
        <a:p>
          <a:r>
            <a:rPr lang="en-US"/>
            <a:t>Interface Utilisateur</a:t>
          </a:r>
        </a:p>
      </dgm:t>
    </dgm:pt>
    <dgm:pt modelId="{9C70AFB0-6941-432D-8740-97BBC5317BC1}" type="parTrans" cxnId="{25FA6C0C-598F-4FFF-81EB-4EA1E1F92CD9}">
      <dgm:prSet/>
      <dgm:spPr/>
      <dgm:t>
        <a:bodyPr/>
        <a:lstStyle/>
        <a:p>
          <a:endParaRPr lang="en-US"/>
        </a:p>
      </dgm:t>
    </dgm:pt>
    <dgm:pt modelId="{AB79C1BF-65B2-4168-9658-D0B3F86DF65A}" type="sibTrans" cxnId="{25FA6C0C-598F-4FFF-81EB-4EA1E1F92CD9}">
      <dgm:prSet/>
      <dgm:spPr/>
      <dgm:t>
        <a:bodyPr/>
        <a:lstStyle/>
        <a:p>
          <a:endParaRPr lang="en-US"/>
        </a:p>
      </dgm:t>
    </dgm:pt>
    <dgm:pt modelId="{A72651E6-711D-43B1-85D1-19C49D31E3BB}">
      <dgm:prSet/>
      <dgm:spPr/>
      <dgm:t>
        <a:bodyPr/>
        <a:lstStyle/>
        <a:p>
          <a:r>
            <a:rPr lang="en-US"/>
            <a:t>Démonstration</a:t>
          </a:r>
        </a:p>
      </dgm:t>
    </dgm:pt>
    <dgm:pt modelId="{4AB941AE-E9F2-436B-BC07-8E1272AE1823}" type="parTrans" cxnId="{6706182B-390B-43D0-B83B-7207558B5B58}">
      <dgm:prSet/>
      <dgm:spPr/>
      <dgm:t>
        <a:bodyPr/>
        <a:lstStyle/>
        <a:p>
          <a:endParaRPr lang="en-US"/>
        </a:p>
      </dgm:t>
    </dgm:pt>
    <dgm:pt modelId="{F721D5D8-C6AF-42A6-8D5C-A7E782ED59F9}" type="sibTrans" cxnId="{6706182B-390B-43D0-B83B-7207558B5B58}">
      <dgm:prSet/>
      <dgm:spPr/>
      <dgm:t>
        <a:bodyPr/>
        <a:lstStyle/>
        <a:p>
          <a:endParaRPr lang="en-US"/>
        </a:p>
      </dgm:t>
    </dgm:pt>
    <dgm:pt modelId="{FDA548D5-0DE6-4CD5-95FB-AD7994B932A0}">
      <dgm:prSet/>
      <dgm:spPr/>
      <dgm:t>
        <a:bodyPr/>
        <a:lstStyle/>
        <a:p>
          <a:r>
            <a:rPr lang="en-US"/>
            <a:t>Résultats et Visualisations</a:t>
          </a:r>
        </a:p>
      </dgm:t>
    </dgm:pt>
    <dgm:pt modelId="{C6FF5A9F-51F6-4925-8B61-E92ABEEE16BC}" type="parTrans" cxnId="{B683D3EC-4545-4180-B5EB-B401A77C05EC}">
      <dgm:prSet/>
      <dgm:spPr/>
      <dgm:t>
        <a:bodyPr/>
        <a:lstStyle/>
        <a:p>
          <a:endParaRPr lang="en-US"/>
        </a:p>
      </dgm:t>
    </dgm:pt>
    <dgm:pt modelId="{2C6CABD3-E532-423B-B262-EBF35720D8FD}" type="sibTrans" cxnId="{B683D3EC-4545-4180-B5EB-B401A77C05EC}">
      <dgm:prSet/>
      <dgm:spPr/>
      <dgm:t>
        <a:bodyPr/>
        <a:lstStyle/>
        <a:p>
          <a:endParaRPr lang="en-US"/>
        </a:p>
      </dgm:t>
    </dgm:pt>
    <dgm:pt modelId="{ACE4A3BF-BA9E-478D-B88A-482BC77C9BEB}">
      <dgm:prSet/>
      <dgm:spPr/>
      <dgm:t>
        <a:bodyPr/>
        <a:lstStyle/>
        <a:p>
          <a:r>
            <a:rPr lang="en-US"/>
            <a:t>Validation et Tests</a:t>
          </a:r>
        </a:p>
      </dgm:t>
    </dgm:pt>
    <dgm:pt modelId="{70DEE522-092A-4CCA-8500-4B348DAEE041}" type="parTrans" cxnId="{46295A79-AC06-42CB-8229-0E0B811207EF}">
      <dgm:prSet/>
      <dgm:spPr/>
      <dgm:t>
        <a:bodyPr/>
        <a:lstStyle/>
        <a:p>
          <a:endParaRPr lang="en-US"/>
        </a:p>
      </dgm:t>
    </dgm:pt>
    <dgm:pt modelId="{12ED0328-D642-415A-B223-E39ECB73A481}" type="sibTrans" cxnId="{46295A79-AC06-42CB-8229-0E0B811207EF}">
      <dgm:prSet/>
      <dgm:spPr/>
      <dgm:t>
        <a:bodyPr/>
        <a:lstStyle/>
        <a:p>
          <a:endParaRPr lang="en-US"/>
        </a:p>
      </dgm:t>
    </dgm:pt>
    <dgm:pt modelId="{53366EE5-D05B-471F-A33F-B6D986EAE113}">
      <dgm:prSet/>
      <dgm:spPr/>
      <dgm:t>
        <a:bodyPr/>
        <a:lstStyle/>
        <a:p>
          <a:r>
            <a:rPr lang="en-US"/>
            <a:t>Conclusion</a:t>
          </a:r>
        </a:p>
      </dgm:t>
    </dgm:pt>
    <dgm:pt modelId="{E82A7D96-86B9-45E2-8D24-210BDBF0A4CC}" type="parTrans" cxnId="{0FD80D75-5685-4CED-AE6F-C4BD02E1314A}">
      <dgm:prSet/>
      <dgm:spPr/>
      <dgm:t>
        <a:bodyPr/>
        <a:lstStyle/>
        <a:p>
          <a:endParaRPr lang="en-US"/>
        </a:p>
      </dgm:t>
    </dgm:pt>
    <dgm:pt modelId="{C383E07F-990E-4BC3-8B31-9AC40F123AE9}" type="sibTrans" cxnId="{0FD80D75-5685-4CED-AE6F-C4BD02E1314A}">
      <dgm:prSet/>
      <dgm:spPr/>
      <dgm:t>
        <a:bodyPr/>
        <a:lstStyle/>
        <a:p>
          <a:endParaRPr lang="en-US"/>
        </a:p>
      </dgm:t>
    </dgm:pt>
    <dgm:pt modelId="{972B8542-7574-9D4C-81BB-6ACC3EE8E52C}" type="pres">
      <dgm:prSet presAssocID="{4975AF97-C25A-4CC8-BC96-76DA408FAFD6}" presName="diagram" presStyleCnt="0">
        <dgm:presLayoutVars>
          <dgm:dir/>
          <dgm:resizeHandles val="exact"/>
        </dgm:presLayoutVars>
      </dgm:prSet>
      <dgm:spPr/>
    </dgm:pt>
    <dgm:pt modelId="{49966B38-E580-9B45-BC8E-F6801261967D}" type="pres">
      <dgm:prSet presAssocID="{91A98BE5-D278-424B-8F2D-76C88CD0BD00}" presName="node" presStyleLbl="node1" presStyleIdx="0" presStyleCnt="9">
        <dgm:presLayoutVars>
          <dgm:bulletEnabled val="1"/>
        </dgm:presLayoutVars>
      </dgm:prSet>
      <dgm:spPr/>
    </dgm:pt>
    <dgm:pt modelId="{FFD7B603-78D3-2042-AFE4-333B3F9A8B55}" type="pres">
      <dgm:prSet presAssocID="{AAAE89EE-32FB-42F7-B9CF-E6D4C11831D2}" presName="sibTrans" presStyleCnt="0"/>
      <dgm:spPr/>
    </dgm:pt>
    <dgm:pt modelId="{3CC62DB8-6843-FE4C-B7E6-AAE974CB502C}" type="pres">
      <dgm:prSet presAssocID="{8B7CBDDB-793C-466F-9D4A-19707F1D1822}" presName="node" presStyleLbl="node1" presStyleIdx="1" presStyleCnt="9">
        <dgm:presLayoutVars>
          <dgm:bulletEnabled val="1"/>
        </dgm:presLayoutVars>
      </dgm:prSet>
      <dgm:spPr/>
    </dgm:pt>
    <dgm:pt modelId="{034C5364-1D2C-A145-883E-CA749335AF68}" type="pres">
      <dgm:prSet presAssocID="{1CBAEE8C-69A2-4674-B2D4-698F009DE31F}" presName="sibTrans" presStyleCnt="0"/>
      <dgm:spPr/>
    </dgm:pt>
    <dgm:pt modelId="{A6B7BA00-A80B-6741-9649-DDF7F2351429}" type="pres">
      <dgm:prSet presAssocID="{8F1CE719-513B-49E0-A54C-7330EC5BFD96}" presName="node" presStyleLbl="node1" presStyleIdx="2" presStyleCnt="9">
        <dgm:presLayoutVars>
          <dgm:bulletEnabled val="1"/>
        </dgm:presLayoutVars>
      </dgm:prSet>
      <dgm:spPr/>
    </dgm:pt>
    <dgm:pt modelId="{E655EAC7-3DA3-A645-9002-B0C14444CD62}" type="pres">
      <dgm:prSet presAssocID="{C362309F-BB3F-4CAC-A647-877A95A2DFC5}" presName="sibTrans" presStyleCnt="0"/>
      <dgm:spPr/>
    </dgm:pt>
    <dgm:pt modelId="{96D8065C-9FB9-114A-AB04-0C0FBBD793EF}" type="pres">
      <dgm:prSet presAssocID="{9583C4ED-6106-4D40-9DE4-233A3DE9404D}" presName="node" presStyleLbl="node1" presStyleIdx="3" presStyleCnt="9">
        <dgm:presLayoutVars>
          <dgm:bulletEnabled val="1"/>
        </dgm:presLayoutVars>
      </dgm:prSet>
      <dgm:spPr/>
    </dgm:pt>
    <dgm:pt modelId="{D6FD5270-4F87-6E44-9370-271CE1EEDB60}" type="pres">
      <dgm:prSet presAssocID="{FB7908DE-7AF5-4C8A-9574-DAD72607A078}" presName="sibTrans" presStyleCnt="0"/>
      <dgm:spPr/>
    </dgm:pt>
    <dgm:pt modelId="{6986C4B9-9FBA-794C-9FB2-593DD664D630}" type="pres">
      <dgm:prSet presAssocID="{E847D76C-835F-42BD-8075-099FE703FA1F}" presName="node" presStyleLbl="node1" presStyleIdx="4" presStyleCnt="9">
        <dgm:presLayoutVars>
          <dgm:bulletEnabled val="1"/>
        </dgm:presLayoutVars>
      </dgm:prSet>
      <dgm:spPr/>
    </dgm:pt>
    <dgm:pt modelId="{96AED9A9-B687-0F42-AD03-2599359B7F90}" type="pres">
      <dgm:prSet presAssocID="{AB79C1BF-65B2-4168-9658-D0B3F86DF65A}" presName="sibTrans" presStyleCnt="0"/>
      <dgm:spPr/>
    </dgm:pt>
    <dgm:pt modelId="{32F9A745-CDFF-984B-A62E-5F01B75B744F}" type="pres">
      <dgm:prSet presAssocID="{A72651E6-711D-43B1-85D1-19C49D31E3BB}" presName="node" presStyleLbl="node1" presStyleIdx="5" presStyleCnt="9">
        <dgm:presLayoutVars>
          <dgm:bulletEnabled val="1"/>
        </dgm:presLayoutVars>
      </dgm:prSet>
      <dgm:spPr/>
    </dgm:pt>
    <dgm:pt modelId="{EF56191C-C7C0-A445-8950-E2415367B4BD}" type="pres">
      <dgm:prSet presAssocID="{F721D5D8-C6AF-42A6-8D5C-A7E782ED59F9}" presName="sibTrans" presStyleCnt="0"/>
      <dgm:spPr/>
    </dgm:pt>
    <dgm:pt modelId="{107A3BC4-7C0F-2D40-B5F5-697098F4B13B}" type="pres">
      <dgm:prSet presAssocID="{FDA548D5-0DE6-4CD5-95FB-AD7994B932A0}" presName="node" presStyleLbl="node1" presStyleIdx="6" presStyleCnt="9">
        <dgm:presLayoutVars>
          <dgm:bulletEnabled val="1"/>
        </dgm:presLayoutVars>
      </dgm:prSet>
      <dgm:spPr/>
    </dgm:pt>
    <dgm:pt modelId="{65C30168-3A24-2841-B4C8-1A8E4795AF16}" type="pres">
      <dgm:prSet presAssocID="{2C6CABD3-E532-423B-B262-EBF35720D8FD}" presName="sibTrans" presStyleCnt="0"/>
      <dgm:spPr/>
    </dgm:pt>
    <dgm:pt modelId="{18CF8AAC-F3F6-FC49-BDDF-E9186BD20BA6}" type="pres">
      <dgm:prSet presAssocID="{ACE4A3BF-BA9E-478D-B88A-482BC77C9BEB}" presName="node" presStyleLbl="node1" presStyleIdx="7" presStyleCnt="9">
        <dgm:presLayoutVars>
          <dgm:bulletEnabled val="1"/>
        </dgm:presLayoutVars>
      </dgm:prSet>
      <dgm:spPr/>
    </dgm:pt>
    <dgm:pt modelId="{00A35847-CD01-DE47-9500-E00902302FD1}" type="pres">
      <dgm:prSet presAssocID="{12ED0328-D642-415A-B223-E39ECB73A481}" presName="sibTrans" presStyleCnt="0"/>
      <dgm:spPr/>
    </dgm:pt>
    <dgm:pt modelId="{C1A1B04A-0CE8-584C-BDA1-6830F04CD9FD}" type="pres">
      <dgm:prSet presAssocID="{53366EE5-D05B-471F-A33F-B6D986EAE113}" presName="node" presStyleLbl="node1" presStyleIdx="8" presStyleCnt="9">
        <dgm:presLayoutVars>
          <dgm:bulletEnabled val="1"/>
        </dgm:presLayoutVars>
      </dgm:prSet>
      <dgm:spPr/>
    </dgm:pt>
  </dgm:ptLst>
  <dgm:cxnLst>
    <dgm:cxn modelId="{25FA6C0C-598F-4FFF-81EB-4EA1E1F92CD9}" srcId="{4975AF97-C25A-4CC8-BC96-76DA408FAFD6}" destId="{E847D76C-835F-42BD-8075-099FE703FA1F}" srcOrd="4" destOrd="0" parTransId="{9C70AFB0-6941-432D-8740-97BBC5317BC1}" sibTransId="{AB79C1BF-65B2-4168-9658-D0B3F86DF65A}"/>
    <dgm:cxn modelId="{8D7FDD0E-189C-4394-836B-29B3E040F472}" srcId="{4975AF97-C25A-4CC8-BC96-76DA408FAFD6}" destId="{8F1CE719-513B-49E0-A54C-7330EC5BFD96}" srcOrd="2" destOrd="0" parTransId="{3B4916EE-4C53-4812-9BA6-C6D1B4530B68}" sibTransId="{C362309F-BB3F-4CAC-A647-877A95A2DFC5}"/>
    <dgm:cxn modelId="{05F3C323-2A48-402C-90B0-3DADC88D4326}" srcId="{4975AF97-C25A-4CC8-BC96-76DA408FAFD6}" destId="{8B7CBDDB-793C-466F-9D4A-19707F1D1822}" srcOrd="1" destOrd="0" parTransId="{F70EB15A-C52D-4CE2-A8C2-D4BF6C560956}" sibTransId="{1CBAEE8C-69A2-4674-B2D4-698F009DE31F}"/>
    <dgm:cxn modelId="{6706182B-390B-43D0-B83B-7207558B5B58}" srcId="{4975AF97-C25A-4CC8-BC96-76DA408FAFD6}" destId="{A72651E6-711D-43B1-85D1-19C49D31E3BB}" srcOrd="5" destOrd="0" parTransId="{4AB941AE-E9F2-436B-BC07-8E1272AE1823}" sibTransId="{F721D5D8-C6AF-42A6-8D5C-A7E782ED59F9}"/>
    <dgm:cxn modelId="{7970A14A-67CB-6D47-89B4-D8C48FB0CDCF}" type="presOf" srcId="{FDA548D5-0DE6-4CD5-95FB-AD7994B932A0}" destId="{107A3BC4-7C0F-2D40-B5F5-697098F4B13B}" srcOrd="0" destOrd="0" presId="urn:microsoft.com/office/officeart/2005/8/layout/default"/>
    <dgm:cxn modelId="{F9E0A75D-3E3C-004A-80EB-E54EB3544A97}" type="presOf" srcId="{A72651E6-711D-43B1-85D1-19C49D31E3BB}" destId="{32F9A745-CDFF-984B-A62E-5F01B75B744F}" srcOrd="0" destOrd="0" presId="urn:microsoft.com/office/officeart/2005/8/layout/default"/>
    <dgm:cxn modelId="{0FD80D75-5685-4CED-AE6F-C4BD02E1314A}" srcId="{4975AF97-C25A-4CC8-BC96-76DA408FAFD6}" destId="{53366EE5-D05B-471F-A33F-B6D986EAE113}" srcOrd="8" destOrd="0" parTransId="{E82A7D96-86B9-45E2-8D24-210BDBF0A4CC}" sibTransId="{C383E07F-990E-4BC3-8B31-9AC40F123AE9}"/>
    <dgm:cxn modelId="{46295A79-AC06-42CB-8229-0E0B811207EF}" srcId="{4975AF97-C25A-4CC8-BC96-76DA408FAFD6}" destId="{ACE4A3BF-BA9E-478D-B88A-482BC77C9BEB}" srcOrd="7" destOrd="0" parTransId="{70DEE522-092A-4CCA-8500-4B348DAEE041}" sibTransId="{12ED0328-D642-415A-B223-E39ECB73A481}"/>
    <dgm:cxn modelId="{47844A97-5CD6-1742-831A-1CE3A158C754}" type="presOf" srcId="{8F1CE719-513B-49E0-A54C-7330EC5BFD96}" destId="{A6B7BA00-A80B-6741-9649-DDF7F2351429}" srcOrd="0" destOrd="0" presId="urn:microsoft.com/office/officeart/2005/8/layout/default"/>
    <dgm:cxn modelId="{5D7B79A1-7EC5-4352-A31B-B6AD99D9FBB2}" srcId="{4975AF97-C25A-4CC8-BC96-76DA408FAFD6}" destId="{9583C4ED-6106-4D40-9DE4-233A3DE9404D}" srcOrd="3" destOrd="0" parTransId="{5C7D49B8-0A27-4CFA-B0D0-7EB6D3421121}" sibTransId="{FB7908DE-7AF5-4C8A-9574-DAD72607A078}"/>
    <dgm:cxn modelId="{E7EB67AA-E0BB-445E-9D8A-01CD8A05428D}" srcId="{4975AF97-C25A-4CC8-BC96-76DA408FAFD6}" destId="{91A98BE5-D278-424B-8F2D-76C88CD0BD00}" srcOrd="0" destOrd="0" parTransId="{6A70B3B5-0C19-4055-961F-8BBD9B1D7FE3}" sibTransId="{AAAE89EE-32FB-42F7-B9CF-E6D4C11831D2}"/>
    <dgm:cxn modelId="{8A2561AB-500D-3049-9CC3-234E07697F89}" type="presOf" srcId="{53366EE5-D05B-471F-A33F-B6D986EAE113}" destId="{C1A1B04A-0CE8-584C-BDA1-6830F04CD9FD}" srcOrd="0" destOrd="0" presId="urn:microsoft.com/office/officeart/2005/8/layout/default"/>
    <dgm:cxn modelId="{3780F0AE-280A-AC4A-8F69-84F2E1BE99EE}" type="presOf" srcId="{E847D76C-835F-42BD-8075-099FE703FA1F}" destId="{6986C4B9-9FBA-794C-9FB2-593DD664D630}" srcOrd="0" destOrd="0" presId="urn:microsoft.com/office/officeart/2005/8/layout/default"/>
    <dgm:cxn modelId="{897084CD-35B2-334A-BB23-197ACD2DC072}" type="presOf" srcId="{8B7CBDDB-793C-466F-9D4A-19707F1D1822}" destId="{3CC62DB8-6843-FE4C-B7E6-AAE974CB502C}" srcOrd="0" destOrd="0" presId="urn:microsoft.com/office/officeart/2005/8/layout/default"/>
    <dgm:cxn modelId="{A5115ECE-0159-8C45-B056-98EFE0FF67A8}" type="presOf" srcId="{9583C4ED-6106-4D40-9DE4-233A3DE9404D}" destId="{96D8065C-9FB9-114A-AB04-0C0FBBD793EF}" srcOrd="0" destOrd="0" presId="urn:microsoft.com/office/officeart/2005/8/layout/default"/>
    <dgm:cxn modelId="{02070CCF-989B-9846-8D34-1C6CF476ECA4}" type="presOf" srcId="{4975AF97-C25A-4CC8-BC96-76DA408FAFD6}" destId="{972B8542-7574-9D4C-81BB-6ACC3EE8E52C}" srcOrd="0" destOrd="0" presId="urn:microsoft.com/office/officeart/2005/8/layout/default"/>
    <dgm:cxn modelId="{5EA3CECF-BA2C-1F46-A843-D98DFABA2BC8}" type="presOf" srcId="{ACE4A3BF-BA9E-478D-B88A-482BC77C9BEB}" destId="{18CF8AAC-F3F6-FC49-BDDF-E9186BD20BA6}" srcOrd="0" destOrd="0" presId="urn:microsoft.com/office/officeart/2005/8/layout/default"/>
    <dgm:cxn modelId="{B683D3EC-4545-4180-B5EB-B401A77C05EC}" srcId="{4975AF97-C25A-4CC8-BC96-76DA408FAFD6}" destId="{FDA548D5-0DE6-4CD5-95FB-AD7994B932A0}" srcOrd="6" destOrd="0" parTransId="{C6FF5A9F-51F6-4925-8B61-E92ABEEE16BC}" sibTransId="{2C6CABD3-E532-423B-B262-EBF35720D8FD}"/>
    <dgm:cxn modelId="{E47D53FD-F8D2-6241-A968-3B322257E776}" type="presOf" srcId="{91A98BE5-D278-424B-8F2D-76C88CD0BD00}" destId="{49966B38-E580-9B45-BC8E-F6801261967D}" srcOrd="0" destOrd="0" presId="urn:microsoft.com/office/officeart/2005/8/layout/default"/>
    <dgm:cxn modelId="{51282A93-ACC3-F641-B08B-1959F550B311}" type="presParOf" srcId="{972B8542-7574-9D4C-81BB-6ACC3EE8E52C}" destId="{49966B38-E580-9B45-BC8E-F6801261967D}" srcOrd="0" destOrd="0" presId="urn:microsoft.com/office/officeart/2005/8/layout/default"/>
    <dgm:cxn modelId="{952563B5-B03C-0A45-8527-0862A4F54F78}" type="presParOf" srcId="{972B8542-7574-9D4C-81BB-6ACC3EE8E52C}" destId="{FFD7B603-78D3-2042-AFE4-333B3F9A8B55}" srcOrd="1" destOrd="0" presId="urn:microsoft.com/office/officeart/2005/8/layout/default"/>
    <dgm:cxn modelId="{357A7B4A-DEF1-CB43-9A4A-4AB9F8F111F2}" type="presParOf" srcId="{972B8542-7574-9D4C-81BB-6ACC3EE8E52C}" destId="{3CC62DB8-6843-FE4C-B7E6-AAE974CB502C}" srcOrd="2" destOrd="0" presId="urn:microsoft.com/office/officeart/2005/8/layout/default"/>
    <dgm:cxn modelId="{2EF63030-99D0-344B-93B3-2CE483580163}" type="presParOf" srcId="{972B8542-7574-9D4C-81BB-6ACC3EE8E52C}" destId="{034C5364-1D2C-A145-883E-CA749335AF68}" srcOrd="3" destOrd="0" presId="urn:microsoft.com/office/officeart/2005/8/layout/default"/>
    <dgm:cxn modelId="{68350A1C-957A-6A44-B34E-D272EAB48364}" type="presParOf" srcId="{972B8542-7574-9D4C-81BB-6ACC3EE8E52C}" destId="{A6B7BA00-A80B-6741-9649-DDF7F2351429}" srcOrd="4" destOrd="0" presId="urn:microsoft.com/office/officeart/2005/8/layout/default"/>
    <dgm:cxn modelId="{1048D735-53AA-504E-B3E3-4F28A8D95365}" type="presParOf" srcId="{972B8542-7574-9D4C-81BB-6ACC3EE8E52C}" destId="{E655EAC7-3DA3-A645-9002-B0C14444CD62}" srcOrd="5" destOrd="0" presId="urn:microsoft.com/office/officeart/2005/8/layout/default"/>
    <dgm:cxn modelId="{54A47910-BD5A-3748-9F5B-25EA2975DB81}" type="presParOf" srcId="{972B8542-7574-9D4C-81BB-6ACC3EE8E52C}" destId="{96D8065C-9FB9-114A-AB04-0C0FBBD793EF}" srcOrd="6" destOrd="0" presId="urn:microsoft.com/office/officeart/2005/8/layout/default"/>
    <dgm:cxn modelId="{7297896F-17A1-6D49-844E-54B5F6B2F194}" type="presParOf" srcId="{972B8542-7574-9D4C-81BB-6ACC3EE8E52C}" destId="{D6FD5270-4F87-6E44-9370-271CE1EEDB60}" srcOrd="7" destOrd="0" presId="urn:microsoft.com/office/officeart/2005/8/layout/default"/>
    <dgm:cxn modelId="{5B3EFE30-E8D0-B545-A3FF-1816A7977E29}" type="presParOf" srcId="{972B8542-7574-9D4C-81BB-6ACC3EE8E52C}" destId="{6986C4B9-9FBA-794C-9FB2-593DD664D630}" srcOrd="8" destOrd="0" presId="urn:microsoft.com/office/officeart/2005/8/layout/default"/>
    <dgm:cxn modelId="{AF123469-2B1A-8F46-8C43-41C2001ACFBD}" type="presParOf" srcId="{972B8542-7574-9D4C-81BB-6ACC3EE8E52C}" destId="{96AED9A9-B687-0F42-AD03-2599359B7F90}" srcOrd="9" destOrd="0" presId="urn:microsoft.com/office/officeart/2005/8/layout/default"/>
    <dgm:cxn modelId="{423A5EB8-2042-474D-9138-3B4846918630}" type="presParOf" srcId="{972B8542-7574-9D4C-81BB-6ACC3EE8E52C}" destId="{32F9A745-CDFF-984B-A62E-5F01B75B744F}" srcOrd="10" destOrd="0" presId="urn:microsoft.com/office/officeart/2005/8/layout/default"/>
    <dgm:cxn modelId="{0C668A6E-E6F3-F04E-9332-4FE8F393821C}" type="presParOf" srcId="{972B8542-7574-9D4C-81BB-6ACC3EE8E52C}" destId="{EF56191C-C7C0-A445-8950-E2415367B4BD}" srcOrd="11" destOrd="0" presId="urn:microsoft.com/office/officeart/2005/8/layout/default"/>
    <dgm:cxn modelId="{AB6FA7A7-5270-5D4A-AB8B-7B0C4D1DA299}" type="presParOf" srcId="{972B8542-7574-9D4C-81BB-6ACC3EE8E52C}" destId="{107A3BC4-7C0F-2D40-B5F5-697098F4B13B}" srcOrd="12" destOrd="0" presId="urn:microsoft.com/office/officeart/2005/8/layout/default"/>
    <dgm:cxn modelId="{BEEA4E34-8421-E84A-8A9D-89768FD676A0}" type="presParOf" srcId="{972B8542-7574-9D4C-81BB-6ACC3EE8E52C}" destId="{65C30168-3A24-2841-B4C8-1A8E4795AF16}" srcOrd="13" destOrd="0" presId="urn:microsoft.com/office/officeart/2005/8/layout/default"/>
    <dgm:cxn modelId="{51D762D9-12BA-5F4C-8211-E60A8D848078}" type="presParOf" srcId="{972B8542-7574-9D4C-81BB-6ACC3EE8E52C}" destId="{18CF8AAC-F3F6-FC49-BDDF-E9186BD20BA6}" srcOrd="14" destOrd="0" presId="urn:microsoft.com/office/officeart/2005/8/layout/default"/>
    <dgm:cxn modelId="{ED163C49-7610-6940-ADCD-4504271E436E}" type="presParOf" srcId="{972B8542-7574-9D4C-81BB-6ACC3EE8E52C}" destId="{00A35847-CD01-DE47-9500-E00902302FD1}" srcOrd="15" destOrd="0" presId="urn:microsoft.com/office/officeart/2005/8/layout/default"/>
    <dgm:cxn modelId="{A389ABEA-DF6E-8743-860E-6AFD1B76E9EB}" type="presParOf" srcId="{972B8542-7574-9D4C-81BB-6ACC3EE8E52C}" destId="{C1A1B04A-0CE8-584C-BDA1-6830F04CD9FD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B371F6-8503-4B4E-9442-960B56F4FD3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169CDB4-2BFB-4CD9-89D2-B00C4EA211E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Le problème identifié</a:t>
          </a:r>
          <a:endParaRPr lang="en-US"/>
        </a:p>
      </dgm:t>
    </dgm:pt>
    <dgm:pt modelId="{ED7084E7-A2BE-427A-9F36-130DFD8914A4}" type="parTrans" cxnId="{82E146A9-5989-4A80-8C1E-3DF4A8C74716}">
      <dgm:prSet/>
      <dgm:spPr/>
      <dgm:t>
        <a:bodyPr/>
        <a:lstStyle/>
        <a:p>
          <a:endParaRPr lang="en-US"/>
        </a:p>
      </dgm:t>
    </dgm:pt>
    <dgm:pt modelId="{C61814FC-8F9A-4D9B-A2B5-5BF42B92E9C1}" type="sibTrans" cxnId="{82E146A9-5989-4A80-8C1E-3DF4A8C74716}">
      <dgm:prSet/>
      <dgm:spPr/>
      <dgm:t>
        <a:bodyPr/>
        <a:lstStyle/>
        <a:p>
          <a:endParaRPr lang="en-US"/>
        </a:p>
      </dgm:t>
    </dgm:pt>
    <dgm:pt modelId="{8C4ED729-E5C8-448A-8F1A-63C7648EB0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 nombreux étudiants ont du mal à anticiper leur trésorerie mensuelle</a:t>
          </a:r>
        </a:p>
      </dgm:t>
    </dgm:pt>
    <dgm:pt modelId="{9E5EF864-6179-4335-85D4-B6CB26EFD135}" type="parTrans" cxnId="{31088FE8-E933-4B9F-844B-531377E69E6D}">
      <dgm:prSet/>
      <dgm:spPr/>
      <dgm:t>
        <a:bodyPr/>
        <a:lstStyle/>
        <a:p>
          <a:endParaRPr lang="en-US"/>
        </a:p>
      </dgm:t>
    </dgm:pt>
    <dgm:pt modelId="{C9B80394-7190-4EFB-970B-93884EA3052E}" type="sibTrans" cxnId="{31088FE8-E933-4B9F-844B-531377E69E6D}">
      <dgm:prSet/>
      <dgm:spPr/>
      <dgm:t>
        <a:bodyPr/>
        <a:lstStyle/>
        <a:p>
          <a:endParaRPr lang="en-US"/>
        </a:p>
      </dgm:t>
    </dgm:pt>
    <dgm:pt modelId="{7CE036D0-9667-4117-9296-EFF1576137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Découverte tardive des risques de découvert bancaire</a:t>
          </a:r>
        </a:p>
      </dgm:t>
    </dgm:pt>
    <dgm:pt modelId="{EC2A38BA-5B3F-46EB-BBF4-E68B3BE26750}" type="parTrans" cxnId="{F7DD9DA8-9BF4-4B10-AFFE-A82AAE88BF0A}">
      <dgm:prSet/>
      <dgm:spPr/>
      <dgm:t>
        <a:bodyPr/>
        <a:lstStyle/>
        <a:p>
          <a:endParaRPr lang="en-US"/>
        </a:p>
      </dgm:t>
    </dgm:pt>
    <dgm:pt modelId="{90DE8C2C-CA05-4056-A3F7-FA4F5D121573}" type="sibTrans" cxnId="{F7DD9DA8-9BF4-4B10-AFFE-A82AAE88BF0A}">
      <dgm:prSet/>
      <dgm:spPr/>
      <dgm:t>
        <a:bodyPr/>
        <a:lstStyle/>
        <a:p>
          <a:endParaRPr lang="en-US"/>
        </a:p>
      </dgm:t>
    </dgm:pt>
    <dgm:pt modelId="{2A736F4D-05D0-4F28-BE69-394E187772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Outils financiers existants trop complexes pour les étudiants</a:t>
          </a:r>
        </a:p>
      </dgm:t>
    </dgm:pt>
    <dgm:pt modelId="{8703C606-CF9D-48F2-A025-697759367920}" type="parTrans" cxnId="{F869FF1E-70ED-4710-A50F-D0FCE9E433FD}">
      <dgm:prSet/>
      <dgm:spPr/>
      <dgm:t>
        <a:bodyPr/>
        <a:lstStyle/>
        <a:p>
          <a:endParaRPr lang="en-US"/>
        </a:p>
      </dgm:t>
    </dgm:pt>
    <dgm:pt modelId="{652596C7-0025-4373-87A0-8E3A3A8CDE7E}" type="sibTrans" cxnId="{F869FF1E-70ED-4710-A50F-D0FCE9E433FD}">
      <dgm:prSet/>
      <dgm:spPr/>
      <dgm:t>
        <a:bodyPr/>
        <a:lstStyle/>
        <a:p>
          <a:endParaRPr lang="en-US"/>
        </a:p>
      </dgm:t>
    </dgm:pt>
    <dgm:pt modelId="{FA2469CB-61ED-4350-B696-12EE1A494E4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Notre solution</a:t>
          </a:r>
          <a:endParaRPr lang="en-US"/>
        </a:p>
      </dgm:t>
    </dgm:pt>
    <dgm:pt modelId="{6A6E2DAB-52BD-4BC2-90E5-506F2D60E311}" type="parTrans" cxnId="{64D7D5E3-B8FA-4469-83D8-116A7BEE0E01}">
      <dgm:prSet/>
      <dgm:spPr/>
      <dgm:t>
        <a:bodyPr/>
        <a:lstStyle/>
        <a:p>
          <a:endParaRPr lang="en-US"/>
        </a:p>
      </dgm:t>
    </dgm:pt>
    <dgm:pt modelId="{C59DE4EC-EBD0-4962-93CB-1C0884591D9D}" type="sibTrans" cxnId="{64D7D5E3-B8FA-4469-83D8-116A7BEE0E01}">
      <dgm:prSet/>
      <dgm:spPr/>
      <dgm:t>
        <a:bodyPr/>
        <a:lstStyle/>
        <a:p>
          <a:endParaRPr lang="en-US"/>
        </a:p>
      </dgm:t>
    </dgm:pt>
    <dgm:pt modelId="{30F84FB3-FA80-4DFE-A597-1CF02225A9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Application Shiny simple et interactive pour simuler l’évolution du budget jour par jour avec détection automatique des risques</a:t>
          </a:r>
        </a:p>
      </dgm:t>
    </dgm:pt>
    <dgm:pt modelId="{A3DEB8C2-3C2C-45E9-9BE4-0A7A89D88B16}" type="parTrans" cxnId="{78D111D6-2927-4B7E-BE10-9C79A6CA8D0F}">
      <dgm:prSet/>
      <dgm:spPr/>
      <dgm:t>
        <a:bodyPr/>
        <a:lstStyle/>
        <a:p>
          <a:endParaRPr lang="en-US"/>
        </a:p>
      </dgm:t>
    </dgm:pt>
    <dgm:pt modelId="{92FCABEB-CC0F-4B4F-B0CA-0B435248AD97}" type="sibTrans" cxnId="{78D111D6-2927-4B7E-BE10-9C79A6CA8D0F}">
      <dgm:prSet/>
      <dgm:spPr/>
      <dgm:t>
        <a:bodyPr/>
        <a:lstStyle/>
        <a:p>
          <a:endParaRPr lang="en-US"/>
        </a:p>
      </dgm:t>
    </dgm:pt>
    <dgm:pt modelId="{EE64A1D8-3CF5-427F-B0DC-8EF21650907B}" type="pres">
      <dgm:prSet presAssocID="{86B371F6-8503-4B4E-9442-960B56F4FD37}" presName="root" presStyleCnt="0">
        <dgm:presLayoutVars>
          <dgm:dir/>
          <dgm:resizeHandles val="exact"/>
        </dgm:presLayoutVars>
      </dgm:prSet>
      <dgm:spPr/>
    </dgm:pt>
    <dgm:pt modelId="{26A2191B-F0FC-4852-A967-4826FEE71B5B}" type="pres">
      <dgm:prSet presAssocID="{3169CDB4-2BFB-4CD9-89D2-B00C4EA211ED}" presName="compNode" presStyleCnt="0"/>
      <dgm:spPr/>
    </dgm:pt>
    <dgm:pt modelId="{F1008044-38ED-4C68-A60A-2CE4E921D116}" type="pres">
      <dgm:prSet presAssocID="{3169CDB4-2BFB-4CD9-89D2-B00C4EA211E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vres"/>
        </a:ext>
      </dgm:extLst>
    </dgm:pt>
    <dgm:pt modelId="{299A80B4-15C7-4683-B81A-E8548D975157}" type="pres">
      <dgm:prSet presAssocID="{3169CDB4-2BFB-4CD9-89D2-B00C4EA211ED}" presName="iconSpace" presStyleCnt="0"/>
      <dgm:spPr/>
    </dgm:pt>
    <dgm:pt modelId="{9390C2AA-094F-4C09-8DB4-07B6A3CC9335}" type="pres">
      <dgm:prSet presAssocID="{3169CDB4-2BFB-4CD9-89D2-B00C4EA211ED}" presName="parTx" presStyleLbl="revTx" presStyleIdx="0" presStyleCnt="4">
        <dgm:presLayoutVars>
          <dgm:chMax val="0"/>
          <dgm:chPref val="0"/>
        </dgm:presLayoutVars>
      </dgm:prSet>
      <dgm:spPr/>
    </dgm:pt>
    <dgm:pt modelId="{637B6549-8114-41DD-ABA2-B7DCA99E6B9F}" type="pres">
      <dgm:prSet presAssocID="{3169CDB4-2BFB-4CD9-89D2-B00C4EA211ED}" presName="txSpace" presStyleCnt="0"/>
      <dgm:spPr/>
    </dgm:pt>
    <dgm:pt modelId="{E2363084-E528-4901-83A2-7F0DD9C1B56B}" type="pres">
      <dgm:prSet presAssocID="{3169CDB4-2BFB-4CD9-89D2-B00C4EA211ED}" presName="desTx" presStyleLbl="revTx" presStyleIdx="1" presStyleCnt="4">
        <dgm:presLayoutVars/>
      </dgm:prSet>
      <dgm:spPr/>
    </dgm:pt>
    <dgm:pt modelId="{306446D4-C095-4C67-8C30-98B6AA933AAC}" type="pres">
      <dgm:prSet presAssocID="{C61814FC-8F9A-4D9B-A2B5-5BF42B92E9C1}" presName="sibTrans" presStyleCnt="0"/>
      <dgm:spPr/>
    </dgm:pt>
    <dgm:pt modelId="{B24CE645-D512-4FB5-95A1-B2C9B4A2A8B6}" type="pres">
      <dgm:prSet presAssocID="{FA2469CB-61ED-4350-B696-12EE1A494E44}" presName="compNode" presStyleCnt="0"/>
      <dgm:spPr/>
    </dgm:pt>
    <dgm:pt modelId="{317CD7F2-F93B-444B-9659-CBD4B256E8C7}" type="pres">
      <dgm:prSet presAssocID="{FA2469CB-61ED-4350-B696-12EE1A494E4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A88F52B7-6CC4-4CA0-8307-69119293D642}" type="pres">
      <dgm:prSet presAssocID="{FA2469CB-61ED-4350-B696-12EE1A494E44}" presName="iconSpace" presStyleCnt="0"/>
      <dgm:spPr/>
    </dgm:pt>
    <dgm:pt modelId="{214AE4E5-49D4-4999-B46E-9A2FF3CE0BEE}" type="pres">
      <dgm:prSet presAssocID="{FA2469CB-61ED-4350-B696-12EE1A494E44}" presName="parTx" presStyleLbl="revTx" presStyleIdx="2" presStyleCnt="4">
        <dgm:presLayoutVars>
          <dgm:chMax val="0"/>
          <dgm:chPref val="0"/>
        </dgm:presLayoutVars>
      </dgm:prSet>
      <dgm:spPr/>
    </dgm:pt>
    <dgm:pt modelId="{96AE14CD-CC61-4DC1-9B30-DB1183ED3DC2}" type="pres">
      <dgm:prSet presAssocID="{FA2469CB-61ED-4350-B696-12EE1A494E44}" presName="txSpace" presStyleCnt="0"/>
      <dgm:spPr/>
    </dgm:pt>
    <dgm:pt modelId="{2A5453A2-3756-41AB-9E36-0494BB99E302}" type="pres">
      <dgm:prSet presAssocID="{FA2469CB-61ED-4350-B696-12EE1A494E44}" presName="desTx" presStyleLbl="revTx" presStyleIdx="3" presStyleCnt="4">
        <dgm:presLayoutVars/>
      </dgm:prSet>
      <dgm:spPr/>
    </dgm:pt>
  </dgm:ptLst>
  <dgm:cxnLst>
    <dgm:cxn modelId="{F869FF1E-70ED-4710-A50F-D0FCE9E433FD}" srcId="{3169CDB4-2BFB-4CD9-89D2-B00C4EA211ED}" destId="{2A736F4D-05D0-4F28-BE69-394E18777289}" srcOrd="2" destOrd="0" parTransId="{8703C606-CF9D-48F2-A025-697759367920}" sibTransId="{652596C7-0025-4373-87A0-8E3A3A8CDE7E}"/>
    <dgm:cxn modelId="{3CB1731F-EF71-2E49-B5B4-9EFA1340D01D}" type="presOf" srcId="{86B371F6-8503-4B4E-9442-960B56F4FD37}" destId="{EE64A1D8-3CF5-427F-B0DC-8EF21650907B}" srcOrd="0" destOrd="0" presId="urn:microsoft.com/office/officeart/2018/2/layout/IconLabelDescriptionList"/>
    <dgm:cxn modelId="{D6DC839A-1B73-1249-BEBB-1E7A5B2C38E6}" type="presOf" srcId="{2A736F4D-05D0-4F28-BE69-394E18777289}" destId="{E2363084-E528-4901-83A2-7F0DD9C1B56B}" srcOrd="0" destOrd="2" presId="urn:microsoft.com/office/officeart/2018/2/layout/IconLabelDescriptionList"/>
    <dgm:cxn modelId="{FDFB599F-EBCF-B94C-BB49-CCBB78C197F2}" type="presOf" srcId="{7CE036D0-9667-4117-9296-EFF1576137EB}" destId="{E2363084-E528-4901-83A2-7F0DD9C1B56B}" srcOrd="0" destOrd="1" presId="urn:microsoft.com/office/officeart/2018/2/layout/IconLabelDescriptionList"/>
    <dgm:cxn modelId="{F7DD9DA8-9BF4-4B10-AFFE-A82AAE88BF0A}" srcId="{3169CDB4-2BFB-4CD9-89D2-B00C4EA211ED}" destId="{7CE036D0-9667-4117-9296-EFF1576137EB}" srcOrd="1" destOrd="0" parTransId="{EC2A38BA-5B3F-46EB-BBF4-E68B3BE26750}" sibTransId="{90DE8C2C-CA05-4056-A3F7-FA4F5D121573}"/>
    <dgm:cxn modelId="{82E146A9-5989-4A80-8C1E-3DF4A8C74716}" srcId="{86B371F6-8503-4B4E-9442-960B56F4FD37}" destId="{3169CDB4-2BFB-4CD9-89D2-B00C4EA211ED}" srcOrd="0" destOrd="0" parTransId="{ED7084E7-A2BE-427A-9F36-130DFD8914A4}" sibTransId="{C61814FC-8F9A-4D9B-A2B5-5BF42B92E9C1}"/>
    <dgm:cxn modelId="{9F652ED2-1A77-7748-B9FA-76D7288FCDEB}" type="presOf" srcId="{FA2469CB-61ED-4350-B696-12EE1A494E44}" destId="{214AE4E5-49D4-4999-B46E-9A2FF3CE0BEE}" srcOrd="0" destOrd="0" presId="urn:microsoft.com/office/officeart/2018/2/layout/IconLabelDescriptionList"/>
    <dgm:cxn modelId="{78D111D6-2927-4B7E-BE10-9C79A6CA8D0F}" srcId="{FA2469CB-61ED-4350-B696-12EE1A494E44}" destId="{30F84FB3-FA80-4DFE-A597-1CF02225A991}" srcOrd="0" destOrd="0" parTransId="{A3DEB8C2-3C2C-45E9-9BE4-0A7A89D88B16}" sibTransId="{92FCABEB-CC0F-4B4F-B0CA-0B435248AD97}"/>
    <dgm:cxn modelId="{CA57D4D7-0307-4849-8784-460C5EB5EFDB}" type="presOf" srcId="{30F84FB3-FA80-4DFE-A597-1CF02225A991}" destId="{2A5453A2-3756-41AB-9E36-0494BB99E302}" srcOrd="0" destOrd="0" presId="urn:microsoft.com/office/officeart/2018/2/layout/IconLabelDescriptionList"/>
    <dgm:cxn modelId="{53AFDAD7-2C75-9443-99AC-0DA3AA4358A3}" type="presOf" srcId="{8C4ED729-E5C8-448A-8F1A-63C7648EB0AE}" destId="{E2363084-E528-4901-83A2-7F0DD9C1B56B}" srcOrd="0" destOrd="0" presId="urn:microsoft.com/office/officeart/2018/2/layout/IconLabelDescriptionList"/>
    <dgm:cxn modelId="{6F1252E0-2001-CE40-9907-53CAB2894CEB}" type="presOf" srcId="{3169CDB4-2BFB-4CD9-89D2-B00C4EA211ED}" destId="{9390C2AA-094F-4C09-8DB4-07B6A3CC9335}" srcOrd="0" destOrd="0" presId="urn:microsoft.com/office/officeart/2018/2/layout/IconLabelDescriptionList"/>
    <dgm:cxn modelId="{64D7D5E3-B8FA-4469-83D8-116A7BEE0E01}" srcId="{86B371F6-8503-4B4E-9442-960B56F4FD37}" destId="{FA2469CB-61ED-4350-B696-12EE1A494E44}" srcOrd="1" destOrd="0" parTransId="{6A6E2DAB-52BD-4BC2-90E5-506F2D60E311}" sibTransId="{C59DE4EC-EBD0-4962-93CB-1C0884591D9D}"/>
    <dgm:cxn modelId="{31088FE8-E933-4B9F-844B-531377E69E6D}" srcId="{3169CDB4-2BFB-4CD9-89D2-B00C4EA211ED}" destId="{8C4ED729-E5C8-448A-8F1A-63C7648EB0AE}" srcOrd="0" destOrd="0" parTransId="{9E5EF864-6179-4335-85D4-B6CB26EFD135}" sibTransId="{C9B80394-7190-4EFB-970B-93884EA3052E}"/>
    <dgm:cxn modelId="{1164EF9D-0036-7A4C-B0A8-4FA033A99FF4}" type="presParOf" srcId="{EE64A1D8-3CF5-427F-B0DC-8EF21650907B}" destId="{26A2191B-F0FC-4852-A967-4826FEE71B5B}" srcOrd="0" destOrd="0" presId="urn:microsoft.com/office/officeart/2018/2/layout/IconLabelDescriptionList"/>
    <dgm:cxn modelId="{C1FED63B-F74E-354C-B864-DEB1D801BA05}" type="presParOf" srcId="{26A2191B-F0FC-4852-A967-4826FEE71B5B}" destId="{F1008044-38ED-4C68-A60A-2CE4E921D116}" srcOrd="0" destOrd="0" presId="urn:microsoft.com/office/officeart/2018/2/layout/IconLabelDescriptionList"/>
    <dgm:cxn modelId="{6BEA7966-9503-B847-AAB3-D56EC1679F6F}" type="presParOf" srcId="{26A2191B-F0FC-4852-A967-4826FEE71B5B}" destId="{299A80B4-15C7-4683-B81A-E8548D975157}" srcOrd="1" destOrd="0" presId="urn:microsoft.com/office/officeart/2018/2/layout/IconLabelDescriptionList"/>
    <dgm:cxn modelId="{94CE64F7-D726-904D-A307-9835830C7521}" type="presParOf" srcId="{26A2191B-F0FC-4852-A967-4826FEE71B5B}" destId="{9390C2AA-094F-4C09-8DB4-07B6A3CC9335}" srcOrd="2" destOrd="0" presId="urn:microsoft.com/office/officeart/2018/2/layout/IconLabelDescriptionList"/>
    <dgm:cxn modelId="{93975E95-F30F-C84E-919C-8D7D8BAC5108}" type="presParOf" srcId="{26A2191B-F0FC-4852-A967-4826FEE71B5B}" destId="{637B6549-8114-41DD-ABA2-B7DCA99E6B9F}" srcOrd="3" destOrd="0" presId="urn:microsoft.com/office/officeart/2018/2/layout/IconLabelDescriptionList"/>
    <dgm:cxn modelId="{62E37938-1367-1843-9373-7B517996D3E2}" type="presParOf" srcId="{26A2191B-F0FC-4852-A967-4826FEE71B5B}" destId="{E2363084-E528-4901-83A2-7F0DD9C1B56B}" srcOrd="4" destOrd="0" presId="urn:microsoft.com/office/officeart/2018/2/layout/IconLabelDescriptionList"/>
    <dgm:cxn modelId="{44E9500F-A772-754D-AC14-A2B21804214A}" type="presParOf" srcId="{EE64A1D8-3CF5-427F-B0DC-8EF21650907B}" destId="{306446D4-C095-4C67-8C30-98B6AA933AAC}" srcOrd="1" destOrd="0" presId="urn:microsoft.com/office/officeart/2018/2/layout/IconLabelDescriptionList"/>
    <dgm:cxn modelId="{F7E0A3B8-55B8-524E-86AF-2F4FC1686F59}" type="presParOf" srcId="{EE64A1D8-3CF5-427F-B0DC-8EF21650907B}" destId="{B24CE645-D512-4FB5-95A1-B2C9B4A2A8B6}" srcOrd="2" destOrd="0" presId="urn:microsoft.com/office/officeart/2018/2/layout/IconLabelDescriptionList"/>
    <dgm:cxn modelId="{2EDD5F46-551D-C146-AEFE-591AAE7EA875}" type="presParOf" srcId="{B24CE645-D512-4FB5-95A1-B2C9B4A2A8B6}" destId="{317CD7F2-F93B-444B-9659-CBD4B256E8C7}" srcOrd="0" destOrd="0" presId="urn:microsoft.com/office/officeart/2018/2/layout/IconLabelDescriptionList"/>
    <dgm:cxn modelId="{3E5FA565-0588-C744-88C6-B74372317B14}" type="presParOf" srcId="{B24CE645-D512-4FB5-95A1-B2C9B4A2A8B6}" destId="{A88F52B7-6CC4-4CA0-8307-69119293D642}" srcOrd="1" destOrd="0" presId="urn:microsoft.com/office/officeart/2018/2/layout/IconLabelDescriptionList"/>
    <dgm:cxn modelId="{C9EA921E-0E78-554B-A42C-2FFDE104D2DF}" type="presParOf" srcId="{B24CE645-D512-4FB5-95A1-B2C9B4A2A8B6}" destId="{214AE4E5-49D4-4999-B46E-9A2FF3CE0BEE}" srcOrd="2" destOrd="0" presId="urn:microsoft.com/office/officeart/2018/2/layout/IconLabelDescriptionList"/>
    <dgm:cxn modelId="{14F192A1-5D4E-764D-80C1-A7D7A6A44629}" type="presParOf" srcId="{B24CE645-D512-4FB5-95A1-B2C9B4A2A8B6}" destId="{96AE14CD-CC61-4DC1-9B30-DB1183ED3DC2}" srcOrd="3" destOrd="0" presId="urn:microsoft.com/office/officeart/2018/2/layout/IconLabelDescriptionList"/>
    <dgm:cxn modelId="{C9D0FC5B-70CF-FC45-BB19-A09D2E4985AC}" type="presParOf" srcId="{B24CE645-D512-4FB5-95A1-B2C9B4A2A8B6}" destId="{2A5453A2-3756-41AB-9E36-0494BB99E30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34FB68-9433-4292-8773-88E50E83F080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A1D84DF-49B9-4A35-8A02-9E6721F3E6FF}">
      <dgm:prSet/>
      <dgm:spPr/>
      <dgm:t>
        <a:bodyPr/>
        <a:lstStyle/>
        <a:p>
          <a:r>
            <a:rPr lang="en-US" b="1"/>
            <a:t>Objectifs Fonctionnels</a:t>
          </a:r>
          <a:endParaRPr lang="en-US"/>
        </a:p>
      </dgm:t>
    </dgm:pt>
    <dgm:pt modelId="{5DEC2ADA-E3D0-4670-AB64-DAEF2B25239E}" type="parTrans" cxnId="{C65FE20E-2D1E-4BD3-9522-A8864B2565B5}">
      <dgm:prSet/>
      <dgm:spPr/>
      <dgm:t>
        <a:bodyPr/>
        <a:lstStyle/>
        <a:p>
          <a:endParaRPr lang="en-US"/>
        </a:p>
      </dgm:t>
    </dgm:pt>
    <dgm:pt modelId="{2DCD8A51-08D5-4C30-A8EF-D82FCA1549EA}" type="sibTrans" cxnId="{C65FE20E-2D1E-4BD3-9522-A8864B2565B5}">
      <dgm:prSet/>
      <dgm:spPr/>
      <dgm:t>
        <a:bodyPr/>
        <a:lstStyle/>
        <a:p>
          <a:endParaRPr lang="en-US"/>
        </a:p>
      </dgm:t>
    </dgm:pt>
    <dgm:pt modelId="{CAB8B92E-0F6E-45CF-976F-5FC2E262C206}">
      <dgm:prSet/>
      <dgm:spPr/>
      <dgm:t>
        <a:bodyPr/>
        <a:lstStyle/>
        <a:p>
          <a:r>
            <a:rPr lang="en-US"/>
            <a:t>Simuler l’évolution du solde bancaire jour par jour</a:t>
          </a:r>
        </a:p>
      </dgm:t>
    </dgm:pt>
    <dgm:pt modelId="{4B5C9EB3-F607-4A7B-865C-374893331275}" type="parTrans" cxnId="{09067D3D-93AF-4597-A4F4-7A3411E0691F}">
      <dgm:prSet/>
      <dgm:spPr/>
      <dgm:t>
        <a:bodyPr/>
        <a:lstStyle/>
        <a:p>
          <a:endParaRPr lang="en-US"/>
        </a:p>
      </dgm:t>
    </dgm:pt>
    <dgm:pt modelId="{4C307702-D981-4DCE-ABAD-A740B7FD306E}" type="sibTrans" cxnId="{09067D3D-93AF-4597-A4F4-7A3411E0691F}">
      <dgm:prSet/>
      <dgm:spPr/>
      <dgm:t>
        <a:bodyPr/>
        <a:lstStyle/>
        <a:p>
          <a:endParaRPr lang="en-US"/>
        </a:p>
      </dgm:t>
    </dgm:pt>
    <dgm:pt modelId="{546B3F28-C94F-4436-A06E-10A604B81380}">
      <dgm:prSet/>
      <dgm:spPr/>
      <dgm:t>
        <a:bodyPr/>
        <a:lstStyle/>
        <a:p>
          <a:r>
            <a:rPr lang="en-US"/>
            <a:t>Détecter automatiquement les risques de découvert</a:t>
          </a:r>
        </a:p>
      </dgm:t>
    </dgm:pt>
    <dgm:pt modelId="{6210E530-63D1-47EF-8B61-CFE122292232}" type="parTrans" cxnId="{348BD8F8-E458-448A-BF78-95F48C192473}">
      <dgm:prSet/>
      <dgm:spPr/>
      <dgm:t>
        <a:bodyPr/>
        <a:lstStyle/>
        <a:p>
          <a:endParaRPr lang="en-US"/>
        </a:p>
      </dgm:t>
    </dgm:pt>
    <dgm:pt modelId="{FDC69FE1-8005-4B32-B2F9-C21FC7413FAF}" type="sibTrans" cxnId="{348BD8F8-E458-448A-BF78-95F48C192473}">
      <dgm:prSet/>
      <dgm:spPr/>
      <dgm:t>
        <a:bodyPr/>
        <a:lstStyle/>
        <a:p>
          <a:endParaRPr lang="en-US"/>
        </a:p>
      </dgm:t>
    </dgm:pt>
    <dgm:pt modelId="{5AC00E71-8648-4D50-906E-248BB9DEC8D0}">
      <dgm:prSet/>
      <dgm:spPr/>
      <dgm:t>
        <a:bodyPr/>
        <a:lstStyle/>
        <a:p>
          <a:r>
            <a:rPr lang="en-US"/>
            <a:t>Visualiser graphiquement les tendances financières</a:t>
          </a:r>
        </a:p>
      </dgm:t>
    </dgm:pt>
    <dgm:pt modelId="{AC739BD3-E5BB-4BCB-B7C5-DCF6855E6905}" type="parTrans" cxnId="{2154020E-9A14-47EC-AAB0-1E16AF5E6955}">
      <dgm:prSet/>
      <dgm:spPr/>
      <dgm:t>
        <a:bodyPr/>
        <a:lstStyle/>
        <a:p>
          <a:endParaRPr lang="en-US"/>
        </a:p>
      </dgm:t>
    </dgm:pt>
    <dgm:pt modelId="{8A91FF7D-9E3E-42B0-B391-7B74DE06FFD4}" type="sibTrans" cxnId="{2154020E-9A14-47EC-AAB0-1E16AF5E6955}">
      <dgm:prSet/>
      <dgm:spPr/>
      <dgm:t>
        <a:bodyPr/>
        <a:lstStyle/>
        <a:p>
          <a:endParaRPr lang="en-US"/>
        </a:p>
      </dgm:t>
    </dgm:pt>
    <dgm:pt modelId="{C9E1AC90-FD23-40B7-B0C7-4671D50BDC44}">
      <dgm:prSet/>
      <dgm:spPr/>
      <dgm:t>
        <a:bodyPr/>
        <a:lstStyle/>
        <a:p>
          <a:r>
            <a:rPr lang="en-US"/>
            <a:t>Gérer les imprévus financiers de manière dynamique</a:t>
          </a:r>
        </a:p>
      </dgm:t>
    </dgm:pt>
    <dgm:pt modelId="{9EE10D8C-8B38-45C8-8575-9DA1915AF611}" type="parTrans" cxnId="{ECB7071B-951C-47B6-9ABA-611DC07FC8A8}">
      <dgm:prSet/>
      <dgm:spPr/>
      <dgm:t>
        <a:bodyPr/>
        <a:lstStyle/>
        <a:p>
          <a:endParaRPr lang="en-US"/>
        </a:p>
      </dgm:t>
    </dgm:pt>
    <dgm:pt modelId="{DD841E67-D6E7-4080-A0A1-945E08F5BCD6}" type="sibTrans" cxnId="{ECB7071B-951C-47B6-9ABA-611DC07FC8A8}">
      <dgm:prSet/>
      <dgm:spPr/>
      <dgm:t>
        <a:bodyPr/>
        <a:lstStyle/>
        <a:p>
          <a:endParaRPr lang="en-US"/>
        </a:p>
      </dgm:t>
    </dgm:pt>
    <dgm:pt modelId="{7DC0F9C8-9F7C-4763-9A14-4C97CAEDA14A}">
      <dgm:prSet/>
      <dgm:spPr/>
      <dgm:t>
        <a:bodyPr/>
        <a:lstStyle/>
        <a:p>
          <a:r>
            <a:rPr lang="en-US"/>
            <a:t>Prédire les tendances avec Machine Learning</a:t>
          </a:r>
        </a:p>
      </dgm:t>
    </dgm:pt>
    <dgm:pt modelId="{A3705AEE-7AE8-4B0C-89A2-05EFD2094A25}" type="parTrans" cxnId="{11B9C886-3B6E-4644-A949-3391B327AC3C}">
      <dgm:prSet/>
      <dgm:spPr/>
      <dgm:t>
        <a:bodyPr/>
        <a:lstStyle/>
        <a:p>
          <a:endParaRPr lang="en-US"/>
        </a:p>
      </dgm:t>
    </dgm:pt>
    <dgm:pt modelId="{C59CF3AD-5F10-4E78-84D4-CB98AE5D4893}" type="sibTrans" cxnId="{11B9C886-3B6E-4644-A949-3391B327AC3C}">
      <dgm:prSet/>
      <dgm:spPr/>
      <dgm:t>
        <a:bodyPr/>
        <a:lstStyle/>
        <a:p>
          <a:endParaRPr lang="en-US"/>
        </a:p>
      </dgm:t>
    </dgm:pt>
    <dgm:pt modelId="{50E71A73-6821-4100-AEBD-EACCA86C89D4}">
      <dgm:prSet/>
      <dgm:spPr/>
      <dgm:t>
        <a:bodyPr/>
        <a:lstStyle/>
        <a:p>
          <a:r>
            <a:rPr lang="en-US" b="1"/>
            <a:t>Objectifs Techniques</a:t>
          </a:r>
          <a:endParaRPr lang="en-US"/>
        </a:p>
      </dgm:t>
    </dgm:pt>
    <dgm:pt modelId="{A51C543B-7C24-4359-BA7F-78222CEAC5CD}" type="parTrans" cxnId="{138959E6-3AED-487B-B7B0-E5C4FE1DD79C}">
      <dgm:prSet/>
      <dgm:spPr/>
      <dgm:t>
        <a:bodyPr/>
        <a:lstStyle/>
        <a:p>
          <a:endParaRPr lang="en-US"/>
        </a:p>
      </dgm:t>
    </dgm:pt>
    <dgm:pt modelId="{FE2A203C-AC17-4E73-85D3-7451DBFCB671}" type="sibTrans" cxnId="{138959E6-3AED-487B-B7B0-E5C4FE1DD79C}">
      <dgm:prSet/>
      <dgm:spPr/>
      <dgm:t>
        <a:bodyPr/>
        <a:lstStyle/>
        <a:p>
          <a:endParaRPr lang="en-US"/>
        </a:p>
      </dgm:t>
    </dgm:pt>
    <dgm:pt modelId="{39ABD41E-28EA-454A-988A-50CFAF4507BE}">
      <dgm:prSet/>
      <dgm:spPr/>
      <dgm:t>
        <a:bodyPr/>
        <a:lstStyle/>
        <a:p>
          <a:r>
            <a:rPr lang="en-US"/>
            <a:t>Développer une application Shiny professionnelle</a:t>
          </a:r>
        </a:p>
      </dgm:t>
    </dgm:pt>
    <dgm:pt modelId="{6B9A5BC0-31B5-44B5-887E-9931A9D2BF7D}" type="parTrans" cxnId="{D114193D-5B53-4DB9-987A-E9B8DC31BD37}">
      <dgm:prSet/>
      <dgm:spPr/>
      <dgm:t>
        <a:bodyPr/>
        <a:lstStyle/>
        <a:p>
          <a:endParaRPr lang="en-US"/>
        </a:p>
      </dgm:t>
    </dgm:pt>
    <dgm:pt modelId="{D472B6BB-4ECE-4B05-9185-36199F33A994}" type="sibTrans" cxnId="{D114193D-5B53-4DB9-987A-E9B8DC31BD37}">
      <dgm:prSet/>
      <dgm:spPr/>
      <dgm:t>
        <a:bodyPr/>
        <a:lstStyle/>
        <a:p>
          <a:endParaRPr lang="en-US"/>
        </a:p>
      </dgm:t>
    </dgm:pt>
    <dgm:pt modelId="{4BE997F6-B4D9-4AC6-8CEC-B4F38C930919}">
      <dgm:prSet/>
      <dgm:spPr/>
      <dgm:t>
        <a:bodyPr/>
        <a:lstStyle/>
        <a:p>
          <a:r>
            <a:rPr lang="en-US"/>
            <a:t>Implémenter une validation robuste des inputs utilisateur</a:t>
          </a:r>
        </a:p>
      </dgm:t>
    </dgm:pt>
    <dgm:pt modelId="{4026C631-56AA-460D-8211-F88E18DF3FFC}" type="parTrans" cxnId="{A870F44D-2771-4733-9906-005FED51A7D2}">
      <dgm:prSet/>
      <dgm:spPr/>
      <dgm:t>
        <a:bodyPr/>
        <a:lstStyle/>
        <a:p>
          <a:endParaRPr lang="en-US"/>
        </a:p>
      </dgm:t>
    </dgm:pt>
    <dgm:pt modelId="{D096229F-7EB0-42CB-881F-4B5C01E94EAD}" type="sibTrans" cxnId="{A870F44D-2771-4733-9906-005FED51A7D2}">
      <dgm:prSet/>
      <dgm:spPr/>
      <dgm:t>
        <a:bodyPr/>
        <a:lstStyle/>
        <a:p>
          <a:endParaRPr lang="en-US"/>
        </a:p>
      </dgm:t>
    </dgm:pt>
    <dgm:pt modelId="{7CD0CFA3-AAE7-451A-A20C-3BF8E39D4786}">
      <dgm:prSet/>
      <dgm:spPr/>
      <dgm:t>
        <a:bodyPr/>
        <a:lstStyle/>
        <a:p>
          <a:r>
            <a:rPr lang="en-US"/>
            <a:t>Créer des tests unitaires complets (8/8)</a:t>
          </a:r>
        </a:p>
      </dgm:t>
    </dgm:pt>
    <dgm:pt modelId="{224729F6-2BD9-4E3B-BF86-5A2DE8C331F5}" type="parTrans" cxnId="{90009F87-B5B4-46E2-AE6C-A801830BB024}">
      <dgm:prSet/>
      <dgm:spPr/>
      <dgm:t>
        <a:bodyPr/>
        <a:lstStyle/>
        <a:p>
          <a:endParaRPr lang="en-US"/>
        </a:p>
      </dgm:t>
    </dgm:pt>
    <dgm:pt modelId="{639AB571-B567-4571-A13D-19CC5171C7C2}" type="sibTrans" cxnId="{90009F87-B5B4-46E2-AE6C-A801830BB024}">
      <dgm:prSet/>
      <dgm:spPr/>
      <dgm:t>
        <a:bodyPr/>
        <a:lstStyle/>
        <a:p>
          <a:endParaRPr lang="en-US"/>
        </a:p>
      </dgm:t>
    </dgm:pt>
    <dgm:pt modelId="{A1D96B32-3400-41CB-B5AB-B0AA6A045477}">
      <dgm:prSet/>
      <dgm:spPr/>
      <dgm:t>
        <a:bodyPr/>
        <a:lstStyle/>
        <a:p>
          <a:r>
            <a:rPr lang="en-US"/>
            <a:t>Déployer l’application en ligne (shinyapps.io)</a:t>
          </a:r>
        </a:p>
      </dgm:t>
    </dgm:pt>
    <dgm:pt modelId="{50FCFA05-F71A-4850-B76C-23A5AD63DAFA}" type="parTrans" cxnId="{3ED92400-FE7A-4C0E-88B9-84C36280B8D3}">
      <dgm:prSet/>
      <dgm:spPr/>
      <dgm:t>
        <a:bodyPr/>
        <a:lstStyle/>
        <a:p>
          <a:endParaRPr lang="en-US"/>
        </a:p>
      </dgm:t>
    </dgm:pt>
    <dgm:pt modelId="{63B99250-715F-44DD-A11B-D32923E60C9D}" type="sibTrans" cxnId="{3ED92400-FE7A-4C0E-88B9-84C36280B8D3}">
      <dgm:prSet/>
      <dgm:spPr/>
      <dgm:t>
        <a:bodyPr/>
        <a:lstStyle/>
        <a:p>
          <a:endParaRPr lang="en-US"/>
        </a:p>
      </dgm:t>
    </dgm:pt>
    <dgm:pt modelId="{6C63A7E7-1ED0-3F4A-B3F8-6BABD003D1E3}" type="pres">
      <dgm:prSet presAssocID="{5134FB68-9433-4292-8773-88E50E83F080}" presName="Name0" presStyleCnt="0">
        <dgm:presLayoutVars>
          <dgm:dir/>
          <dgm:animLvl val="lvl"/>
          <dgm:resizeHandles val="exact"/>
        </dgm:presLayoutVars>
      </dgm:prSet>
      <dgm:spPr/>
    </dgm:pt>
    <dgm:pt modelId="{F266CD03-61A8-2F41-95E2-3D43CAF1EF8E}" type="pres">
      <dgm:prSet presAssocID="{1A1D84DF-49B9-4A35-8A02-9E6721F3E6FF}" presName="linNode" presStyleCnt="0"/>
      <dgm:spPr/>
    </dgm:pt>
    <dgm:pt modelId="{9FA22B91-1DAB-DD4A-9899-FDCCCA7E4FDC}" type="pres">
      <dgm:prSet presAssocID="{1A1D84DF-49B9-4A35-8A02-9E6721F3E6FF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7F903CE2-1929-D54C-A7D4-2D98CE545541}" type="pres">
      <dgm:prSet presAssocID="{1A1D84DF-49B9-4A35-8A02-9E6721F3E6FF}" presName="descendantText" presStyleLbl="alignAccFollowNode1" presStyleIdx="0" presStyleCnt="2">
        <dgm:presLayoutVars>
          <dgm:bulletEnabled val="1"/>
        </dgm:presLayoutVars>
      </dgm:prSet>
      <dgm:spPr/>
    </dgm:pt>
    <dgm:pt modelId="{5ED89EE9-66F0-4E43-A328-2D5DE078EE38}" type="pres">
      <dgm:prSet presAssocID="{2DCD8A51-08D5-4C30-A8EF-D82FCA1549EA}" presName="sp" presStyleCnt="0"/>
      <dgm:spPr/>
    </dgm:pt>
    <dgm:pt modelId="{7179B442-600B-6340-9EB8-3B4F12A85830}" type="pres">
      <dgm:prSet presAssocID="{50E71A73-6821-4100-AEBD-EACCA86C89D4}" presName="linNode" presStyleCnt="0"/>
      <dgm:spPr/>
    </dgm:pt>
    <dgm:pt modelId="{67D215B4-78E7-584F-8DBC-0EF24DA07101}" type="pres">
      <dgm:prSet presAssocID="{50E71A73-6821-4100-AEBD-EACCA86C89D4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AB82F086-4E5B-B547-8E5E-62E281F41527}" type="pres">
      <dgm:prSet presAssocID="{50E71A73-6821-4100-AEBD-EACCA86C89D4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3ED92400-FE7A-4C0E-88B9-84C36280B8D3}" srcId="{50E71A73-6821-4100-AEBD-EACCA86C89D4}" destId="{A1D96B32-3400-41CB-B5AB-B0AA6A045477}" srcOrd="3" destOrd="0" parTransId="{50FCFA05-F71A-4850-B76C-23A5AD63DAFA}" sibTransId="{63B99250-715F-44DD-A11B-D32923E60C9D}"/>
    <dgm:cxn modelId="{59C14E06-B90F-CE4E-86EF-8CD407C4F0E7}" type="presOf" srcId="{7CD0CFA3-AAE7-451A-A20C-3BF8E39D4786}" destId="{AB82F086-4E5B-B547-8E5E-62E281F41527}" srcOrd="0" destOrd="2" presId="urn:microsoft.com/office/officeart/2005/8/layout/vList5"/>
    <dgm:cxn modelId="{2154020E-9A14-47EC-AAB0-1E16AF5E6955}" srcId="{1A1D84DF-49B9-4A35-8A02-9E6721F3E6FF}" destId="{5AC00E71-8648-4D50-906E-248BB9DEC8D0}" srcOrd="2" destOrd="0" parTransId="{AC739BD3-E5BB-4BCB-B7C5-DCF6855E6905}" sibTransId="{8A91FF7D-9E3E-42B0-B391-7B74DE06FFD4}"/>
    <dgm:cxn modelId="{C65FE20E-2D1E-4BD3-9522-A8864B2565B5}" srcId="{5134FB68-9433-4292-8773-88E50E83F080}" destId="{1A1D84DF-49B9-4A35-8A02-9E6721F3E6FF}" srcOrd="0" destOrd="0" parTransId="{5DEC2ADA-E3D0-4670-AB64-DAEF2B25239E}" sibTransId="{2DCD8A51-08D5-4C30-A8EF-D82FCA1549EA}"/>
    <dgm:cxn modelId="{F890CF10-1152-B240-8C39-1AE5A83C67EB}" type="presOf" srcId="{A1D96B32-3400-41CB-B5AB-B0AA6A045477}" destId="{AB82F086-4E5B-B547-8E5E-62E281F41527}" srcOrd="0" destOrd="3" presId="urn:microsoft.com/office/officeart/2005/8/layout/vList5"/>
    <dgm:cxn modelId="{ECB7071B-951C-47B6-9ABA-611DC07FC8A8}" srcId="{1A1D84DF-49B9-4A35-8A02-9E6721F3E6FF}" destId="{C9E1AC90-FD23-40B7-B0C7-4671D50BDC44}" srcOrd="3" destOrd="0" parTransId="{9EE10D8C-8B38-45C8-8575-9DA1915AF611}" sibTransId="{DD841E67-D6E7-4080-A0A1-945E08F5BCD6}"/>
    <dgm:cxn modelId="{7A4C431C-B780-4543-9565-725949C0DBDE}" type="presOf" srcId="{39ABD41E-28EA-454A-988A-50CFAF4507BE}" destId="{AB82F086-4E5B-B547-8E5E-62E281F41527}" srcOrd="0" destOrd="0" presId="urn:microsoft.com/office/officeart/2005/8/layout/vList5"/>
    <dgm:cxn modelId="{D114193D-5B53-4DB9-987A-E9B8DC31BD37}" srcId="{50E71A73-6821-4100-AEBD-EACCA86C89D4}" destId="{39ABD41E-28EA-454A-988A-50CFAF4507BE}" srcOrd="0" destOrd="0" parTransId="{6B9A5BC0-31B5-44B5-887E-9931A9D2BF7D}" sibTransId="{D472B6BB-4ECE-4B05-9185-36199F33A994}"/>
    <dgm:cxn modelId="{09067D3D-93AF-4597-A4F4-7A3411E0691F}" srcId="{1A1D84DF-49B9-4A35-8A02-9E6721F3E6FF}" destId="{CAB8B92E-0F6E-45CF-976F-5FC2E262C206}" srcOrd="0" destOrd="0" parTransId="{4B5C9EB3-F607-4A7B-865C-374893331275}" sibTransId="{4C307702-D981-4DCE-ABAD-A740B7FD306E}"/>
    <dgm:cxn modelId="{A870F44D-2771-4733-9906-005FED51A7D2}" srcId="{50E71A73-6821-4100-AEBD-EACCA86C89D4}" destId="{4BE997F6-B4D9-4AC6-8CEC-B4F38C930919}" srcOrd="1" destOrd="0" parTransId="{4026C631-56AA-460D-8211-F88E18DF3FFC}" sibTransId="{D096229F-7EB0-42CB-881F-4B5C01E94EAD}"/>
    <dgm:cxn modelId="{6B8B9F52-2A20-1547-B534-7B7CEBEC4797}" type="presOf" srcId="{50E71A73-6821-4100-AEBD-EACCA86C89D4}" destId="{67D215B4-78E7-584F-8DBC-0EF24DA07101}" srcOrd="0" destOrd="0" presId="urn:microsoft.com/office/officeart/2005/8/layout/vList5"/>
    <dgm:cxn modelId="{2509427D-D919-B949-BC31-A2302C01CD4B}" type="presOf" srcId="{546B3F28-C94F-4436-A06E-10A604B81380}" destId="{7F903CE2-1929-D54C-A7D4-2D98CE545541}" srcOrd="0" destOrd="1" presId="urn:microsoft.com/office/officeart/2005/8/layout/vList5"/>
    <dgm:cxn modelId="{11B9C886-3B6E-4644-A949-3391B327AC3C}" srcId="{1A1D84DF-49B9-4A35-8A02-9E6721F3E6FF}" destId="{7DC0F9C8-9F7C-4763-9A14-4C97CAEDA14A}" srcOrd="4" destOrd="0" parTransId="{A3705AEE-7AE8-4B0C-89A2-05EFD2094A25}" sibTransId="{C59CF3AD-5F10-4E78-84D4-CB98AE5D4893}"/>
    <dgm:cxn modelId="{90009F87-B5B4-46E2-AE6C-A801830BB024}" srcId="{50E71A73-6821-4100-AEBD-EACCA86C89D4}" destId="{7CD0CFA3-AAE7-451A-A20C-3BF8E39D4786}" srcOrd="2" destOrd="0" parTransId="{224729F6-2BD9-4E3B-BF86-5A2DE8C331F5}" sibTransId="{639AB571-B567-4571-A13D-19CC5171C7C2}"/>
    <dgm:cxn modelId="{12FBDBB0-7635-D44E-9E79-BC6CF7779479}" type="presOf" srcId="{C9E1AC90-FD23-40B7-B0C7-4671D50BDC44}" destId="{7F903CE2-1929-D54C-A7D4-2D98CE545541}" srcOrd="0" destOrd="3" presId="urn:microsoft.com/office/officeart/2005/8/layout/vList5"/>
    <dgm:cxn modelId="{1F4D6EB9-0507-FC49-8191-E3D87EE0F2D7}" type="presOf" srcId="{5AC00E71-8648-4D50-906E-248BB9DEC8D0}" destId="{7F903CE2-1929-D54C-A7D4-2D98CE545541}" srcOrd="0" destOrd="2" presId="urn:microsoft.com/office/officeart/2005/8/layout/vList5"/>
    <dgm:cxn modelId="{40FBDABD-224F-7C46-9705-A8681C20A1C4}" type="presOf" srcId="{4BE997F6-B4D9-4AC6-8CEC-B4F38C930919}" destId="{AB82F086-4E5B-B547-8E5E-62E281F41527}" srcOrd="0" destOrd="1" presId="urn:microsoft.com/office/officeart/2005/8/layout/vList5"/>
    <dgm:cxn modelId="{7C680AC6-07FB-A34C-B14F-60FA903309F8}" type="presOf" srcId="{CAB8B92E-0F6E-45CF-976F-5FC2E262C206}" destId="{7F903CE2-1929-D54C-A7D4-2D98CE545541}" srcOrd="0" destOrd="0" presId="urn:microsoft.com/office/officeart/2005/8/layout/vList5"/>
    <dgm:cxn modelId="{A191ACD4-3BED-AC41-B446-A242F5048267}" type="presOf" srcId="{1A1D84DF-49B9-4A35-8A02-9E6721F3E6FF}" destId="{9FA22B91-1DAB-DD4A-9899-FDCCCA7E4FDC}" srcOrd="0" destOrd="0" presId="urn:microsoft.com/office/officeart/2005/8/layout/vList5"/>
    <dgm:cxn modelId="{FCBC85E3-A029-9747-A9FF-87EEAE1496E2}" type="presOf" srcId="{7DC0F9C8-9F7C-4763-9A14-4C97CAEDA14A}" destId="{7F903CE2-1929-D54C-A7D4-2D98CE545541}" srcOrd="0" destOrd="4" presId="urn:microsoft.com/office/officeart/2005/8/layout/vList5"/>
    <dgm:cxn modelId="{138959E6-3AED-487B-B7B0-E5C4FE1DD79C}" srcId="{5134FB68-9433-4292-8773-88E50E83F080}" destId="{50E71A73-6821-4100-AEBD-EACCA86C89D4}" srcOrd="1" destOrd="0" parTransId="{A51C543B-7C24-4359-BA7F-78222CEAC5CD}" sibTransId="{FE2A203C-AC17-4E73-85D3-7451DBFCB671}"/>
    <dgm:cxn modelId="{AA3E2AE8-C895-E842-8B17-C1FB371D19C9}" type="presOf" srcId="{5134FB68-9433-4292-8773-88E50E83F080}" destId="{6C63A7E7-1ED0-3F4A-B3F8-6BABD003D1E3}" srcOrd="0" destOrd="0" presId="urn:microsoft.com/office/officeart/2005/8/layout/vList5"/>
    <dgm:cxn modelId="{348BD8F8-E458-448A-BF78-95F48C192473}" srcId="{1A1D84DF-49B9-4A35-8A02-9E6721F3E6FF}" destId="{546B3F28-C94F-4436-A06E-10A604B81380}" srcOrd="1" destOrd="0" parTransId="{6210E530-63D1-47EF-8B61-CFE122292232}" sibTransId="{FDC69FE1-8005-4B32-B2F9-C21FC7413FAF}"/>
    <dgm:cxn modelId="{A1F02079-8329-DB46-913E-749F824C5C58}" type="presParOf" srcId="{6C63A7E7-1ED0-3F4A-B3F8-6BABD003D1E3}" destId="{F266CD03-61A8-2F41-95E2-3D43CAF1EF8E}" srcOrd="0" destOrd="0" presId="urn:microsoft.com/office/officeart/2005/8/layout/vList5"/>
    <dgm:cxn modelId="{2A6B124E-42E2-434E-AE8C-3BF183C96AD6}" type="presParOf" srcId="{F266CD03-61A8-2F41-95E2-3D43CAF1EF8E}" destId="{9FA22B91-1DAB-DD4A-9899-FDCCCA7E4FDC}" srcOrd="0" destOrd="0" presId="urn:microsoft.com/office/officeart/2005/8/layout/vList5"/>
    <dgm:cxn modelId="{8FFAE881-457C-8947-848D-7ABD490A4837}" type="presParOf" srcId="{F266CD03-61A8-2F41-95E2-3D43CAF1EF8E}" destId="{7F903CE2-1929-D54C-A7D4-2D98CE545541}" srcOrd="1" destOrd="0" presId="urn:microsoft.com/office/officeart/2005/8/layout/vList5"/>
    <dgm:cxn modelId="{4345A833-951D-B84D-96AD-AF7F0EE562C1}" type="presParOf" srcId="{6C63A7E7-1ED0-3F4A-B3F8-6BABD003D1E3}" destId="{5ED89EE9-66F0-4E43-A328-2D5DE078EE38}" srcOrd="1" destOrd="0" presId="urn:microsoft.com/office/officeart/2005/8/layout/vList5"/>
    <dgm:cxn modelId="{F07B5C02-943A-DF48-B4A9-2007CCCCBA9C}" type="presParOf" srcId="{6C63A7E7-1ED0-3F4A-B3F8-6BABD003D1E3}" destId="{7179B442-600B-6340-9EB8-3B4F12A85830}" srcOrd="2" destOrd="0" presId="urn:microsoft.com/office/officeart/2005/8/layout/vList5"/>
    <dgm:cxn modelId="{D647046D-99CD-8049-A88B-EC449930E3E4}" type="presParOf" srcId="{7179B442-600B-6340-9EB8-3B4F12A85830}" destId="{67D215B4-78E7-584F-8DBC-0EF24DA07101}" srcOrd="0" destOrd="0" presId="urn:microsoft.com/office/officeart/2005/8/layout/vList5"/>
    <dgm:cxn modelId="{FBDE4EEA-252C-2243-B7F8-FB641562FEEF}" type="presParOf" srcId="{7179B442-600B-6340-9EB8-3B4F12A85830}" destId="{AB82F086-4E5B-B547-8E5E-62E281F4152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C8CE2A3-26BA-431C-8CAD-B2496D4DD3A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755B3A3-6B71-4228-BE14-652DA47541D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Technologies Utilisées</a:t>
          </a:r>
          <a:endParaRPr lang="en-US"/>
        </a:p>
      </dgm:t>
    </dgm:pt>
    <dgm:pt modelId="{31A3BE5D-28ED-4B41-8AB4-9BB67A1ACDC7}" type="parTrans" cxnId="{CF965288-632A-4323-BE3F-0DC7CA7A74D0}">
      <dgm:prSet/>
      <dgm:spPr/>
      <dgm:t>
        <a:bodyPr/>
        <a:lstStyle/>
        <a:p>
          <a:endParaRPr lang="en-US"/>
        </a:p>
      </dgm:t>
    </dgm:pt>
    <dgm:pt modelId="{B4EC975B-E085-4FA4-BF2F-E0E24FA078C2}" type="sibTrans" cxnId="{CF965288-632A-4323-BE3F-0DC7CA7A74D0}">
      <dgm:prSet/>
      <dgm:spPr/>
      <dgm:t>
        <a:bodyPr/>
        <a:lstStyle/>
        <a:p>
          <a:endParaRPr lang="en-US"/>
        </a:p>
      </dgm:t>
    </dgm:pt>
    <dgm:pt modelId="{AE45F565-6232-4EF0-A7D4-EE6F541A7C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library(shiny)          </a:t>
          </a:r>
          <a:r>
            <a:rPr lang="en-US" i="1"/>
            <a:t># Interface web interactive</a:t>
          </a:r>
          <a:br>
            <a:rPr lang="en-US"/>
          </a:br>
          <a:r>
            <a:rPr lang="en-US"/>
            <a:t>library(shinydashboard) </a:t>
          </a:r>
          <a:r>
            <a:rPr lang="en-US" i="1"/>
            <a:t># Dashboard professionnel</a:t>
          </a:r>
          <a:br>
            <a:rPr lang="en-US"/>
          </a:br>
          <a:r>
            <a:rPr lang="en-US"/>
            <a:t>library(dplyr)          </a:t>
          </a:r>
          <a:r>
            <a:rPr lang="en-US" i="1"/>
            <a:t># Manipulation de données</a:t>
          </a:r>
          <a:br>
            <a:rPr lang="en-US"/>
          </a:br>
          <a:r>
            <a:rPr lang="en-US"/>
            <a:t>library(ggplot2)        </a:t>
          </a:r>
          <a:r>
            <a:rPr lang="en-US" i="1"/>
            <a:t># Visualisations avancées</a:t>
          </a:r>
          <a:br>
            <a:rPr lang="en-US"/>
          </a:br>
          <a:r>
            <a:rPr lang="en-US"/>
            <a:t>library(lubridate)      </a:t>
          </a:r>
          <a:r>
            <a:rPr lang="en-US" i="1"/>
            <a:t># Gestion intelligente des dates</a:t>
          </a:r>
          <a:br>
            <a:rPr lang="en-US"/>
          </a:br>
          <a:r>
            <a:rPr lang="en-US"/>
            <a:t>library(tidyr)          </a:t>
          </a:r>
          <a:r>
            <a:rPr lang="en-US" i="1"/>
            <a:t># Restructuration des données</a:t>
          </a:r>
          <a:endParaRPr lang="en-US"/>
        </a:p>
      </dgm:t>
    </dgm:pt>
    <dgm:pt modelId="{FF5EF707-573B-4713-BC09-648688CDF226}" type="parTrans" cxnId="{DA7BC9EF-BD64-46FB-B071-1CDE8E0C9D37}">
      <dgm:prSet/>
      <dgm:spPr/>
      <dgm:t>
        <a:bodyPr/>
        <a:lstStyle/>
        <a:p>
          <a:endParaRPr lang="en-US"/>
        </a:p>
      </dgm:t>
    </dgm:pt>
    <dgm:pt modelId="{6C876333-F4F6-42DE-B2CB-BB6CD2E37B25}" type="sibTrans" cxnId="{DA7BC9EF-BD64-46FB-B071-1CDE8E0C9D37}">
      <dgm:prSet/>
      <dgm:spPr/>
      <dgm:t>
        <a:bodyPr/>
        <a:lstStyle/>
        <a:p>
          <a:endParaRPr lang="en-US"/>
        </a:p>
      </dgm:t>
    </dgm:pt>
    <dgm:pt modelId="{A007C31F-BBE7-4575-A921-BED325D89EE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Structure du Projet</a:t>
          </a:r>
          <a:endParaRPr lang="en-US"/>
        </a:p>
      </dgm:t>
    </dgm:pt>
    <dgm:pt modelId="{81632A0D-49DE-4F4F-AB8C-7B3B59A3C510}" type="parTrans" cxnId="{AAADEA38-1AC6-480D-BB9B-D5AB475A203C}">
      <dgm:prSet/>
      <dgm:spPr/>
      <dgm:t>
        <a:bodyPr/>
        <a:lstStyle/>
        <a:p>
          <a:endParaRPr lang="en-US"/>
        </a:p>
      </dgm:t>
    </dgm:pt>
    <dgm:pt modelId="{A401A101-2C66-4AC1-AC3B-EEEF38FE1F34}" type="sibTrans" cxnId="{AAADEA38-1AC6-480D-BB9B-D5AB475A203C}">
      <dgm:prSet/>
      <dgm:spPr/>
      <dgm:t>
        <a:bodyPr/>
        <a:lstStyle/>
        <a:p>
          <a:endParaRPr lang="en-US"/>
        </a:p>
      </dgm:t>
    </dgm:pt>
    <dgm:pt modelId="{CA9D3FDB-46B6-44FA-ABE1-963883A42A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Budget.R : Application complète (254 lignes de code)</a:t>
          </a:r>
        </a:p>
      </dgm:t>
    </dgm:pt>
    <dgm:pt modelId="{F339B4CA-A4F7-4D17-ACBF-4BD06C9DCBF9}" type="parTrans" cxnId="{09C807E1-2CD1-4B3C-A9BC-084D5A244C95}">
      <dgm:prSet/>
      <dgm:spPr/>
      <dgm:t>
        <a:bodyPr/>
        <a:lstStyle/>
        <a:p>
          <a:endParaRPr lang="en-US"/>
        </a:p>
      </dgm:t>
    </dgm:pt>
    <dgm:pt modelId="{16F98C81-4F88-48C5-A6D0-78C8CC6BBD95}" type="sibTrans" cxnId="{09C807E1-2CD1-4B3C-A9BC-084D5A244C95}">
      <dgm:prSet/>
      <dgm:spPr/>
      <dgm:t>
        <a:bodyPr/>
        <a:lstStyle/>
        <a:p>
          <a:endParaRPr lang="en-US"/>
        </a:p>
      </dgm:t>
    </dgm:pt>
    <dgm:pt modelId="{985D268E-4C80-4974-9C31-4EBB303937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tests.R : 8 tests unitaires</a:t>
          </a:r>
        </a:p>
      </dgm:t>
    </dgm:pt>
    <dgm:pt modelId="{854D17E1-2F0A-47C0-B8B9-C4562404132C}" type="parTrans" cxnId="{F79626BD-A24C-45E2-846F-288725D81395}">
      <dgm:prSet/>
      <dgm:spPr/>
      <dgm:t>
        <a:bodyPr/>
        <a:lstStyle/>
        <a:p>
          <a:endParaRPr lang="en-US"/>
        </a:p>
      </dgm:t>
    </dgm:pt>
    <dgm:pt modelId="{60F4AA1F-658F-463D-89ED-82A47CFA6382}" type="sibTrans" cxnId="{F79626BD-A24C-45E2-846F-288725D81395}">
      <dgm:prSet/>
      <dgm:spPr/>
      <dgm:t>
        <a:bodyPr/>
        <a:lstStyle/>
        <a:p>
          <a:endParaRPr lang="en-US"/>
        </a:p>
      </dgm:t>
    </dgm:pt>
    <dgm:pt modelId="{C8429816-8D2D-46F0-B259-E3B68DA25B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README.md : Documentation détaillée</a:t>
          </a:r>
        </a:p>
      </dgm:t>
    </dgm:pt>
    <dgm:pt modelId="{22961934-BF8E-43E4-AF3C-3F8C8974BA31}" type="parTrans" cxnId="{BD6EF422-2869-4683-8A83-0F5A15382E0E}">
      <dgm:prSet/>
      <dgm:spPr/>
      <dgm:t>
        <a:bodyPr/>
        <a:lstStyle/>
        <a:p>
          <a:endParaRPr lang="en-US"/>
        </a:p>
      </dgm:t>
    </dgm:pt>
    <dgm:pt modelId="{DA34504B-8043-44AE-B1AA-EEAEC63D6220}" type="sibTrans" cxnId="{BD6EF422-2869-4683-8A83-0F5A15382E0E}">
      <dgm:prSet/>
      <dgm:spPr/>
      <dgm:t>
        <a:bodyPr/>
        <a:lstStyle/>
        <a:p>
          <a:endParaRPr lang="en-US"/>
        </a:p>
      </dgm:t>
    </dgm:pt>
    <dgm:pt modelId="{2010FC3C-032B-4664-9650-642A821FA8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Déploiement : shinyapps.io</a:t>
          </a:r>
        </a:p>
      </dgm:t>
    </dgm:pt>
    <dgm:pt modelId="{394BCEB8-C106-424A-A4EB-1C8AE677F02B}" type="parTrans" cxnId="{51216EB6-6758-4CB7-9A87-BC030D98CED6}">
      <dgm:prSet/>
      <dgm:spPr/>
      <dgm:t>
        <a:bodyPr/>
        <a:lstStyle/>
        <a:p>
          <a:endParaRPr lang="en-US"/>
        </a:p>
      </dgm:t>
    </dgm:pt>
    <dgm:pt modelId="{0F659552-E7E9-4DE4-8336-4CB66B641EFD}" type="sibTrans" cxnId="{51216EB6-6758-4CB7-9A87-BC030D98CED6}">
      <dgm:prSet/>
      <dgm:spPr/>
      <dgm:t>
        <a:bodyPr/>
        <a:lstStyle/>
        <a:p>
          <a:endParaRPr lang="en-US"/>
        </a:p>
      </dgm:t>
    </dgm:pt>
    <dgm:pt modelId="{F8779443-9E2F-4178-B944-F2F422821088}" type="pres">
      <dgm:prSet presAssocID="{EC8CE2A3-26BA-431C-8CAD-B2496D4DD3A0}" presName="root" presStyleCnt="0">
        <dgm:presLayoutVars>
          <dgm:dir/>
          <dgm:resizeHandles val="exact"/>
        </dgm:presLayoutVars>
      </dgm:prSet>
      <dgm:spPr/>
    </dgm:pt>
    <dgm:pt modelId="{539A450D-FA42-4BB5-9A25-ED093B15D11B}" type="pres">
      <dgm:prSet presAssocID="{5755B3A3-6B71-4228-BE14-652DA47541D1}" presName="compNode" presStyleCnt="0"/>
      <dgm:spPr/>
    </dgm:pt>
    <dgm:pt modelId="{81447532-183A-4760-B23D-59AA4A07D176}" type="pres">
      <dgm:prSet presAssocID="{5755B3A3-6B71-4228-BE14-652DA47541D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6EF7A245-88F6-40A9-A604-DA6BEF22891F}" type="pres">
      <dgm:prSet presAssocID="{5755B3A3-6B71-4228-BE14-652DA47541D1}" presName="iconSpace" presStyleCnt="0"/>
      <dgm:spPr/>
    </dgm:pt>
    <dgm:pt modelId="{2C203146-FA37-4504-8A44-689E5E4840A1}" type="pres">
      <dgm:prSet presAssocID="{5755B3A3-6B71-4228-BE14-652DA47541D1}" presName="parTx" presStyleLbl="revTx" presStyleIdx="0" presStyleCnt="4">
        <dgm:presLayoutVars>
          <dgm:chMax val="0"/>
          <dgm:chPref val="0"/>
        </dgm:presLayoutVars>
      </dgm:prSet>
      <dgm:spPr/>
    </dgm:pt>
    <dgm:pt modelId="{6822F94F-18DF-4CCD-98FF-CB09BAC1D9A5}" type="pres">
      <dgm:prSet presAssocID="{5755B3A3-6B71-4228-BE14-652DA47541D1}" presName="txSpace" presStyleCnt="0"/>
      <dgm:spPr/>
    </dgm:pt>
    <dgm:pt modelId="{74B47065-8B21-4EAF-96DE-0C2F7E203BD3}" type="pres">
      <dgm:prSet presAssocID="{5755B3A3-6B71-4228-BE14-652DA47541D1}" presName="desTx" presStyleLbl="revTx" presStyleIdx="1" presStyleCnt="4">
        <dgm:presLayoutVars/>
      </dgm:prSet>
      <dgm:spPr/>
    </dgm:pt>
    <dgm:pt modelId="{B10BCA00-11C5-4988-8BBC-A973016FA185}" type="pres">
      <dgm:prSet presAssocID="{B4EC975B-E085-4FA4-BF2F-E0E24FA078C2}" presName="sibTrans" presStyleCnt="0"/>
      <dgm:spPr/>
    </dgm:pt>
    <dgm:pt modelId="{0C17167D-AD06-401F-8768-98B4674E1FB2}" type="pres">
      <dgm:prSet presAssocID="{A007C31F-BBE7-4575-A921-BED325D89EE9}" presName="compNode" presStyleCnt="0"/>
      <dgm:spPr/>
    </dgm:pt>
    <dgm:pt modelId="{23079914-B4C3-472B-8E35-C1D2AC536961}" type="pres">
      <dgm:prSet presAssocID="{A007C31F-BBE7-4575-A921-BED325D89EE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me de flux"/>
        </a:ext>
      </dgm:extLst>
    </dgm:pt>
    <dgm:pt modelId="{EA1EFD23-BE0E-47DD-A679-D0EECF78A57C}" type="pres">
      <dgm:prSet presAssocID="{A007C31F-BBE7-4575-A921-BED325D89EE9}" presName="iconSpace" presStyleCnt="0"/>
      <dgm:spPr/>
    </dgm:pt>
    <dgm:pt modelId="{B3D78F4E-A046-4C13-83F8-D51B2EDD9DF9}" type="pres">
      <dgm:prSet presAssocID="{A007C31F-BBE7-4575-A921-BED325D89EE9}" presName="parTx" presStyleLbl="revTx" presStyleIdx="2" presStyleCnt="4">
        <dgm:presLayoutVars>
          <dgm:chMax val="0"/>
          <dgm:chPref val="0"/>
        </dgm:presLayoutVars>
      </dgm:prSet>
      <dgm:spPr/>
    </dgm:pt>
    <dgm:pt modelId="{A2E3F64D-B808-4384-9263-51EDB3501BB7}" type="pres">
      <dgm:prSet presAssocID="{A007C31F-BBE7-4575-A921-BED325D89EE9}" presName="txSpace" presStyleCnt="0"/>
      <dgm:spPr/>
    </dgm:pt>
    <dgm:pt modelId="{B1D73F89-1B50-443E-90D7-C3D8917C535B}" type="pres">
      <dgm:prSet presAssocID="{A007C31F-BBE7-4575-A921-BED325D89EE9}" presName="desTx" presStyleLbl="revTx" presStyleIdx="3" presStyleCnt="4">
        <dgm:presLayoutVars/>
      </dgm:prSet>
      <dgm:spPr/>
    </dgm:pt>
  </dgm:ptLst>
  <dgm:cxnLst>
    <dgm:cxn modelId="{BD6EF422-2869-4683-8A83-0F5A15382E0E}" srcId="{A007C31F-BBE7-4575-A921-BED325D89EE9}" destId="{C8429816-8D2D-46F0-B259-E3B68DA25B16}" srcOrd="2" destOrd="0" parTransId="{22961934-BF8E-43E4-AF3C-3F8C8974BA31}" sibTransId="{DA34504B-8043-44AE-B1AA-EEAEC63D6220}"/>
    <dgm:cxn modelId="{C22F3F24-CC29-9B44-9322-0F3569619164}" type="presOf" srcId="{A007C31F-BBE7-4575-A921-BED325D89EE9}" destId="{B3D78F4E-A046-4C13-83F8-D51B2EDD9DF9}" srcOrd="0" destOrd="0" presId="urn:microsoft.com/office/officeart/2018/2/layout/IconLabelDescriptionList"/>
    <dgm:cxn modelId="{9505D826-ED3D-274E-8B6F-0DC78B6F307D}" type="presOf" srcId="{AE45F565-6232-4EF0-A7D4-EE6F541A7C0D}" destId="{74B47065-8B21-4EAF-96DE-0C2F7E203BD3}" srcOrd="0" destOrd="0" presId="urn:microsoft.com/office/officeart/2018/2/layout/IconLabelDescriptionList"/>
    <dgm:cxn modelId="{A6FF9F38-DF93-9A4A-BDA1-54BD24498C27}" type="presOf" srcId="{CA9D3FDB-46B6-44FA-ABE1-963883A42A4F}" destId="{B1D73F89-1B50-443E-90D7-C3D8917C535B}" srcOrd="0" destOrd="0" presId="urn:microsoft.com/office/officeart/2018/2/layout/IconLabelDescriptionList"/>
    <dgm:cxn modelId="{AAADEA38-1AC6-480D-BB9B-D5AB475A203C}" srcId="{EC8CE2A3-26BA-431C-8CAD-B2496D4DD3A0}" destId="{A007C31F-BBE7-4575-A921-BED325D89EE9}" srcOrd="1" destOrd="0" parTransId="{81632A0D-49DE-4F4F-AB8C-7B3B59A3C510}" sibTransId="{A401A101-2C66-4AC1-AC3B-EEEF38FE1F34}"/>
    <dgm:cxn modelId="{19BBD43E-F2E4-574A-A097-FB3AF259F77E}" type="presOf" srcId="{EC8CE2A3-26BA-431C-8CAD-B2496D4DD3A0}" destId="{F8779443-9E2F-4178-B944-F2F422821088}" srcOrd="0" destOrd="0" presId="urn:microsoft.com/office/officeart/2018/2/layout/IconLabelDescriptionList"/>
    <dgm:cxn modelId="{0114EF60-56EF-7B45-A5A4-840235398657}" type="presOf" srcId="{985D268E-4C80-4974-9C31-4EBB303937E4}" destId="{B1D73F89-1B50-443E-90D7-C3D8917C535B}" srcOrd="0" destOrd="1" presId="urn:microsoft.com/office/officeart/2018/2/layout/IconLabelDescriptionList"/>
    <dgm:cxn modelId="{0727CD67-4A25-0C41-9FC9-85FA59E1E0C0}" type="presOf" srcId="{2010FC3C-032B-4664-9650-642A821FA8FC}" destId="{B1D73F89-1B50-443E-90D7-C3D8917C535B}" srcOrd="0" destOrd="3" presId="urn:microsoft.com/office/officeart/2018/2/layout/IconLabelDescriptionList"/>
    <dgm:cxn modelId="{CF965288-632A-4323-BE3F-0DC7CA7A74D0}" srcId="{EC8CE2A3-26BA-431C-8CAD-B2496D4DD3A0}" destId="{5755B3A3-6B71-4228-BE14-652DA47541D1}" srcOrd="0" destOrd="0" parTransId="{31A3BE5D-28ED-4B41-8AB4-9BB67A1ACDC7}" sibTransId="{B4EC975B-E085-4FA4-BF2F-E0E24FA078C2}"/>
    <dgm:cxn modelId="{51216EB6-6758-4CB7-9A87-BC030D98CED6}" srcId="{A007C31F-BBE7-4575-A921-BED325D89EE9}" destId="{2010FC3C-032B-4664-9650-642A821FA8FC}" srcOrd="3" destOrd="0" parTransId="{394BCEB8-C106-424A-A4EB-1C8AE677F02B}" sibTransId="{0F659552-E7E9-4DE4-8336-4CB66B641EFD}"/>
    <dgm:cxn modelId="{F79626BD-A24C-45E2-846F-288725D81395}" srcId="{A007C31F-BBE7-4575-A921-BED325D89EE9}" destId="{985D268E-4C80-4974-9C31-4EBB303937E4}" srcOrd="1" destOrd="0" parTransId="{854D17E1-2F0A-47C0-B8B9-C4562404132C}" sibTransId="{60F4AA1F-658F-463D-89ED-82A47CFA6382}"/>
    <dgm:cxn modelId="{2220AEC0-FEB9-2348-8BCE-DA7002248D2C}" type="presOf" srcId="{C8429816-8D2D-46F0-B259-E3B68DA25B16}" destId="{B1D73F89-1B50-443E-90D7-C3D8917C535B}" srcOrd="0" destOrd="2" presId="urn:microsoft.com/office/officeart/2018/2/layout/IconLabelDescriptionList"/>
    <dgm:cxn modelId="{09C807E1-2CD1-4B3C-A9BC-084D5A244C95}" srcId="{A007C31F-BBE7-4575-A921-BED325D89EE9}" destId="{CA9D3FDB-46B6-44FA-ABE1-963883A42A4F}" srcOrd="0" destOrd="0" parTransId="{F339B4CA-A4F7-4D17-ACBF-4BD06C9DCBF9}" sibTransId="{16F98C81-4F88-48C5-A6D0-78C8CC6BBD95}"/>
    <dgm:cxn modelId="{DA7BC9EF-BD64-46FB-B071-1CDE8E0C9D37}" srcId="{5755B3A3-6B71-4228-BE14-652DA47541D1}" destId="{AE45F565-6232-4EF0-A7D4-EE6F541A7C0D}" srcOrd="0" destOrd="0" parTransId="{FF5EF707-573B-4713-BC09-648688CDF226}" sibTransId="{6C876333-F4F6-42DE-B2CB-BB6CD2E37B25}"/>
    <dgm:cxn modelId="{2EEC65FD-4D9B-FD42-B9B6-0791D2216AF0}" type="presOf" srcId="{5755B3A3-6B71-4228-BE14-652DA47541D1}" destId="{2C203146-FA37-4504-8A44-689E5E4840A1}" srcOrd="0" destOrd="0" presId="urn:microsoft.com/office/officeart/2018/2/layout/IconLabelDescriptionList"/>
    <dgm:cxn modelId="{DC600853-EB53-AB41-9821-0E194C2C1A76}" type="presParOf" srcId="{F8779443-9E2F-4178-B944-F2F422821088}" destId="{539A450D-FA42-4BB5-9A25-ED093B15D11B}" srcOrd="0" destOrd="0" presId="urn:microsoft.com/office/officeart/2018/2/layout/IconLabelDescriptionList"/>
    <dgm:cxn modelId="{DD22F360-73CD-5D41-92EC-8F88043FFC95}" type="presParOf" srcId="{539A450D-FA42-4BB5-9A25-ED093B15D11B}" destId="{81447532-183A-4760-B23D-59AA4A07D176}" srcOrd="0" destOrd="0" presId="urn:microsoft.com/office/officeart/2018/2/layout/IconLabelDescriptionList"/>
    <dgm:cxn modelId="{E5FCF87E-19A5-F947-81CF-114A685F7EEC}" type="presParOf" srcId="{539A450D-FA42-4BB5-9A25-ED093B15D11B}" destId="{6EF7A245-88F6-40A9-A604-DA6BEF22891F}" srcOrd="1" destOrd="0" presId="urn:microsoft.com/office/officeart/2018/2/layout/IconLabelDescriptionList"/>
    <dgm:cxn modelId="{E81FDA2E-3852-0B45-B25E-CA033DA62C52}" type="presParOf" srcId="{539A450D-FA42-4BB5-9A25-ED093B15D11B}" destId="{2C203146-FA37-4504-8A44-689E5E4840A1}" srcOrd="2" destOrd="0" presId="urn:microsoft.com/office/officeart/2018/2/layout/IconLabelDescriptionList"/>
    <dgm:cxn modelId="{9B80D4C6-57C5-A146-8001-8F6E38E9F5EA}" type="presParOf" srcId="{539A450D-FA42-4BB5-9A25-ED093B15D11B}" destId="{6822F94F-18DF-4CCD-98FF-CB09BAC1D9A5}" srcOrd="3" destOrd="0" presId="urn:microsoft.com/office/officeart/2018/2/layout/IconLabelDescriptionList"/>
    <dgm:cxn modelId="{A6071066-497B-884A-9CE3-67B380A52AD9}" type="presParOf" srcId="{539A450D-FA42-4BB5-9A25-ED093B15D11B}" destId="{74B47065-8B21-4EAF-96DE-0C2F7E203BD3}" srcOrd="4" destOrd="0" presId="urn:microsoft.com/office/officeart/2018/2/layout/IconLabelDescriptionList"/>
    <dgm:cxn modelId="{273F2858-BF46-4645-98D0-B2D4925AAA24}" type="presParOf" srcId="{F8779443-9E2F-4178-B944-F2F422821088}" destId="{B10BCA00-11C5-4988-8BBC-A973016FA185}" srcOrd="1" destOrd="0" presId="urn:microsoft.com/office/officeart/2018/2/layout/IconLabelDescriptionList"/>
    <dgm:cxn modelId="{0C3B47C2-B89E-2047-9342-B3B9A273EF9C}" type="presParOf" srcId="{F8779443-9E2F-4178-B944-F2F422821088}" destId="{0C17167D-AD06-401F-8768-98B4674E1FB2}" srcOrd="2" destOrd="0" presId="urn:microsoft.com/office/officeart/2018/2/layout/IconLabelDescriptionList"/>
    <dgm:cxn modelId="{CF2A3DC3-E44C-224F-826A-EEF22EE2F61C}" type="presParOf" srcId="{0C17167D-AD06-401F-8768-98B4674E1FB2}" destId="{23079914-B4C3-472B-8E35-C1D2AC536961}" srcOrd="0" destOrd="0" presId="urn:microsoft.com/office/officeart/2018/2/layout/IconLabelDescriptionList"/>
    <dgm:cxn modelId="{A4CFA5BF-7D61-7E46-8DE1-17534F72BA66}" type="presParOf" srcId="{0C17167D-AD06-401F-8768-98B4674E1FB2}" destId="{EA1EFD23-BE0E-47DD-A679-D0EECF78A57C}" srcOrd="1" destOrd="0" presId="urn:microsoft.com/office/officeart/2018/2/layout/IconLabelDescriptionList"/>
    <dgm:cxn modelId="{E867B0B2-1ED3-484A-B394-045AEC5AFD57}" type="presParOf" srcId="{0C17167D-AD06-401F-8768-98B4674E1FB2}" destId="{B3D78F4E-A046-4C13-83F8-D51B2EDD9DF9}" srcOrd="2" destOrd="0" presId="urn:microsoft.com/office/officeart/2018/2/layout/IconLabelDescriptionList"/>
    <dgm:cxn modelId="{6C16418C-B2BF-7744-879F-D30201D2E7F1}" type="presParOf" srcId="{0C17167D-AD06-401F-8768-98B4674E1FB2}" destId="{A2E3F64D-B808-4384-9263-51EDB3501BB7}" srcOrd="3" destOrd="0" presId="urn:microsoft.com/office/officeart/2018/2/layout/IconLabelDescriptionList"/>
    <dgm:cxn modelId="{A28E20DE-364B-0642-B69E-FB8AE65ED9A9}" type="presParOf" srcId="{0C17167D-AD06-401F-8768-98B4674E1FB2}" destId="{B1D73F89-1B50-443E-90D7-C3D8917C535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DBB99D9-6A7C-4A15-9513-26AFE71A7E1C}" type="doc">
      <dgm:prSet loTypeId="urn:microsoft.com/office/officeart/2005/8/layout/vList5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A1363B6-F515-4CA4-BB9A-06C1457A5C68}">
      <dgm:prSet/>
      <dgm:spPr/>
      <dgm:t>
        <a:bodyPr/>
        <a:lstStyle/>
        <a:p>
          <a:r>
            <a:rPr lang="en-US" b="1"/>
            <a:t>Panneau de Contrôle (Sidebar)</a:t>
          </a:r>
          <a:endParaRPr lang="en-US"/>
        </a:p>
      </dgm:t>
    </dgm:pt>
    <dgm:pt modelId="{8C7DC989-06E3-43E1-B9B8-78E9D5A914DD}" type="parTrans" cxnId="{2CE28BCC-3BD2-406A-8C48-175C6D9FDBCC}">
      <dgm:prSet/>
      <dgm:spPr/>
      <dgm:t>
        <a:bodyPr/>
        <a:lstStyle/>
        <a:p>
          <a:endParaRPr lang="en-US"/>
        </a:p>
      </dgm:t>
    </dgm:pt>
    <dgm:pt modelId="{3BDDD1B2-262D-4173-B697-4968E975145A}" type="sibTrans" cxnId="{2CE28BCC-3BD2-406A-8C48-175C6D9FDBCC}">
      <dgm:prSet/>
      <dgm:spPr/>
      <dgm:t>
        <a:bodyPr/>
        <a:lstStyle/>
        <a:p>
          <a:endParaRPr lang="en-US"/>
        </a:p>
      </dgm:t>
    </dgm:pt>
    <dgm:pt modelId="{11B44C42-276E-4EB1-968D-63A4CF119789}">
      <dgm:prSet/>
      <dgm:spPr/>
      <dgm:t>
        <a:bodyPr/>
        <a:lstStyle/>
        <a:p>
          <a:r>
            <a:rPr lang="en-US"/>
            <a:t>Solde initial en euros</a:t>
          </a:r>
        </a:p>
      </dgm:t>
    </dgm:pt>
    <dgm:pt modelId="{890434A9-9630-4610-95AC-701A4182F6A1}" type="parTrans" cxnId="{112EBBEB-5D9A-4182-9DFE-964E683F3008}">
      <dgm:prSet/>
      <dgm:spPr/>
      <dgm:t>
        <a:bodyPr/>
        <a:lstStyle/>
        <a:p>
          <a:endParaRPr lang="en-US"/>
        </a:p>
      </dgm:t>
    </dgm:pt>
    <dgm:pt modelId="{690B9EFB-2214-4A2C-9EBD-0AD4C4982B8F}" type="sibTrans" cxnId="{112EBBEB-5D9A-4182-9DFE-964E683F3008}">
      <dgm:prSet/>
      <dgm:spPr/>
      <dgm:t>
        <a:bodyPr/>
        <a:lstStyle/>
        <a:p>
          <a:endParaRPr lang="en-US"/>
        </a:p>
      </dgm:t>
    </dgm:pt>
    <dgm:pt modelId="{49DAA111-47A9-41F0-8E94-76074E744F1E}">
      <dgm:prSet/>
      <dgm:spPr/>
      <dgm:t>
        <a:bodyPr/>
        <a:lstStyle/>
        <a:p>
          <a:r>
            <a:rPr lang="en-US"/>
            <a:t>Période d’analyse (dates de début et fin)</a:t>
          </a:r>
        </a:p>
      </dgm:t>
    </dgm:pt>
    <dgm:pt modelId="{629E2EEE-6FA4-490A-9CAD-9A94AF8A108C}" type="parTrans" cxnId="{3943ABAC-B2FD-4E9E-ADCA-53F0417AA8C3}">
      <dgm:prSet/>
      <dgm:spPr/>
      <dgm:t>
        <a:bodyPr/>
        <a:lstStyle/>
        <a:p>
          <a:endParaRPr lang="en-US"/>
        </a:p>
      </dgm:t>
    </dgm:pt>
    <dgm:pt modelId="{12ED79F5-6E28-4CC3-B217-A41C4368B2BC}" type="sibTrans" cxnId="{3943ABAC-B2FD-4E9E-ADCA-53F0417AA8C3}">
      <dgm:prSet/>
      <dgm:spPr/>
      <dgm:t>
        <a:bodyPr/>
        <a:lstStyle/>
        <a:p>
          <a:endParaRPr lang="en-US"/>
        </a:p>
      </dgm:t>
    </dgm:pt>
    <dgm:pt modelId="{C4548347-5176-494C-B57A-61696D650A6A}">
      <dgm:prSet/>
      <dgm:spPr/>
      <dgm:t>
        <a:bodyPr/>
        <a:lstStyle/>
        <a:p>
          <a:r>
            <a:rPr lang="en-US" b="1"/>
            <a:t>Flux fixes récurrents</a:t>
          </a:r>
          <a:endParaRPr lang="en-US"/>
        </a:p>
      </dgm:t>
    </dgm:pt>
    <dgm:pt modelId="{B604AC8C-FD56-43AF-B462-A26F4BBC8956}" type="parTrans" cxnId="{F2952206-3566-4C36-8ADD-6BF1D94F88A4}">
      <dgm:prSet/>
      <dgm:spPr/>
      <dgm:t>
        <a:bodyPr/>
        <a:lstStyle/>
        <a:p>
          <a:endParaRPr lang="en-US"/>
        </a:p>
      </dgm:t>
    </dgm:pt>
    <dgm:pt modelId="{5D5FC538-0CD5-465B-8CBC-A0EC09C180EB}" type="sibTrans" cxnId="{F2952206-3566-4C36-8ADD-6BF1D94F88A4}">
      <dgm:prSet/>
      <dgm:spPr/>
      <dgm:t>
        <a:bodyPr/>
        <a:lstStyle/>
        <a:p>
          <a:endParaRPr lang="en-US"/>
        </a:p>
      </dgm:t>
    </dgm:pt>
    <dgm:pt modelId="{766F9725-DA33-4DE7-8FEE-F3A37103960F}">
      <dgm:prSet/>
      <dgm:spPr/>
      <dgm:t>
        <a:bodyPr/>
        <a:lstStyle/>
        <a:p>
          <a:r>
            <a:rPr lang="en-US"/>
            <a:t>Salaire mensuel + jour de paye</a:t>
          </a:r>
        </a:p>
      </dgm:t>
    </dgm:pt>
    <dgm:pt modelId="{67D5470E-F6B6-4294-B7E7-0FA5D5900209}" type="parTrans" cxnId="{68A6F9CF-A476-47CD-9BB5-D5CA5FDDB177}">
      <dgm:prSet/>
      <dgm:spPr/>
      <dgm:t>
        <a:bodyPr/>
        <a:lstStyle/>
        <a:p>
          <a:endParaRPr lang="en-US"/>
        </a:p>
      </dgm:t>
    </dgm:pt>
    <dgm:pt modelId="{7A615FED-0673-4338-A797-9139D642BF12}" type="sibTrans" cxnId="{68A6F9CF-A476-47CD-9BB5-D5CA5FDDB177}">
      <dgm:prSet/>
      <dgm:spPr/>
      <dgm:t>
        <a:bodyPr/>
        <a:lstStyle/>
        <a:p>
          <a:endParaRPr lang="en-US"/>
        </a:p>
      </dgm:t>
    </dgm:pt>
    <dgm:pt modelId="{449E6B3C-F93E-43DB-98C8-4A66AA329EE4}">
      <dgm:prSet/>
      <dgm:spPr/>
      <dgm:t>
        <a:bodyPr/>
        <a:lstStyle/>
        <a:p>
          <a:r>
            <a:rPr lang="en-US"/>
            <a:t>Loyer mensuel + jour de prélèvement</a:t>
          </a:r>
        </a:p>
      </dgm:t>
    </dgm:pt>
    <dgm:pt modelId="{CE70E766-6642-41FC-9A39-89F8BD51D84E}" type="parTrans" cxnId="{75CD4C5D-E336-4D92-A068-6ED2A53079D9}">
      <dgm:prSet/>
      <dgm:spPr/>
      <dgm:t>
        <a:bodyPr/>
        <a:lstStyle/>
        <a:p>
          <a:endParaRPr lang="en-US"/>
        </a:p>
      </dgm:t>
    </dgm:pt>
    <dgm:pt modelId="{4F3B3559-DA39-452E-85B8-CE531D3E886C}" type="sibTrans" cxnId="{75CD4C5D-E336-4D92-A068-6ED2A53079D9}">
      <dgm:prSet/>
      <dgm:spPr/>
      <dgm:t>
        <a:bodyPr/>
        <a:lstStyle/>
        <a:p>
          <a:endParaRPr lang="en-US"/>
        </a:p>
      </dgm:t>
    </dgm:pt>
    <dgm:pt modelId="{6C5DF7E8-64FB-421B-8383-7155A15B4292}">
      <dgm:prSet/>
      <dgm:spPr/>
      <dgm:t>
        <a:bodyPr/>
        <a:lstStyle/>
        <a:p>
          <a:r>
            <a:rPr lang="en-US" b="1"/>
            <a:t>Gestion des imprvus</a:t>
          </a:r>
          <a:endParaRPr lang="en-US"/>
        </a:p>
      </dgm:t>
    </dgm:pt>
    <dgm:pt modelId="{8927FF3E-7FC6-49C9-9E25-C1BEC576494F}" type="parTrans" cxnId="{183B6011-3043-4795-980D-2CD004A151D5}">
      <dgm:prSet/>
      <dgm:spPr/>
      <dgm:t>
        <a:bodyPr/>
        <a:lstStyle/>
        <a:p>
          <a:endParaRPr lang="en-US"/>
        </a:p>
      </dgm:t>
    </dgm:pt>
    <dgm:pt modelId="{59A0DA52-2B95-443B-9E93-AF296061FE1B}" type="sibTrans" cxnId="{183B6011-3043-4795-980D-2CD004A151D5}">
      <dgm:prSet/>
      <dgm:spPr/>
      <dgm:t>
        <a:bodyPr/>
        <a:lstStyle/>
        <a:p>
          <a:endParaRPr lang="en-US"/>
        </a:p>
      </dgm:t>
    </dgm:pt>
    <dgm:pt modelId="{60930EDA-D4E8-4A7F-B3E4-34D3C1A63EE8}">
      <dgm:prSet/>
      <dgm:spPr/>
      <dgm:t>
        <a:bodyPr/>
        <a:lstStyle/>
        <a:p>
          <a:r>
            <a:rPr lang="en-US"/>
            <a:t>Nom, montant et type (Dépense/Revenu)</a:t>
          </a:r>
        </a:p>
      </dgm:t>
    </dgm:pt>
    <dgm:pt modelId="{D769FCA3-0EB1-4828-8897-5EA16D633CEA}" type="parTrans" cxnId="{BEBB69DA-409C-4918-889B-1C120893498F}">
      <dgm:prSet/>
      <dgm:spPr/>
      <dgm:t>
        <a:bodyPr/>
        <a:lstStyle/>
        <a:p>
          <a:endParaRPr lang="en-US"/>
        </a:p>
      </dgm:t>
    </dgm:pt>
    <dgm:pt modelId="{D6B57538-2E0E-4604-A696-C87A52B1B8E8}" type="sibTrans" cxnId="{BEBB69DA-409C-4918-889B-1C120893498F}">
      <dgm:prSet/>
      <dgm:spPr/>
      <dgm:t>
        <a:bodyPr/>
        <a:lstStyle/>
        <a:p>
          <a:endParaRPr lang="en-US"/>
        </a:p>
      </dgm:t>
    </dgm:pt>
    <dgm:pt modelId="{12443439-87D8-4ECD-816F-3ED22BD5A3CE}">
      <dgm:prSet/>
      <dgm:spPr/>
      <dgm:t>
        <a:bodyPr/>
        <a:lstStyle/>
        <a:p>
          <a:r>
            <a:rPr lang="en-US"/>
            <a:t>Bouton d’ajout dynamique</a:t>
          </a:r>
        </a:p>
      </dgm:t>
    </dgm:pt>
    <dgm:pt modelId="{1B362BB8-4A00-4D48-96F4-2269A1054302}" type="parTrans" cxnId="{B97DF312-A402-4023-8151-3BBCF80979B0}">
      <dgm:prSet/>
      <dgm:spPr/>
      <dgm:t>
        <a:bodyPr/>
        <a:lstStyle/>
        <a:p>
          <a:endParaRPr lang="en-US"/>
        </a:p>
      </dgm:t>
    </dgm:pt>
    <dgm:pt modelId="{8F646060-8677-4075-8DCC-0FE0269FC968}" type="sibTrans" cxnId="{B97DF312-A402-4023-8151-3BBCF80979B0}">
      <dgm:prSet/>
      <dgm:spPr/>
      <dgm:t>
        <a:bodyPr/>
        <a:lstStyle/>
        <a:p>
          <a:endParaRPr lang="en-US"/>
        </a:p>
      </dgm:t>
    </dgm:pt>
    <dgm:pt modelId="{01EDB530-00CA-4ADF-9D47-312490CF7EEC}">
      <dgm:prSet/>
      <dgm:spPr/>
      <dgm:t>
        <a:bodyPr/>
        <a:lstStyle/>
        <a:p>
          <a:r>
            <a:rPr lang="en-US" b="1"/>
            <a:t>Actions disponibles</a:t>
          </a:r>
          <a:endParaRPr lang="en-US"/>
        </a:p>
      </dgm:t>
    </dgm:pt>
    <dgm:pt modelId="{AA5BE607-3019-4AF4-BF46-F5B3D34BA192}" type="parTrans" cxnId="{A40CA2E4-C7BE-4EED-A364-E87E59512D1D}">
      <dgm:prSet/>
      <dgm:spPr/>
      <dgm:t>
        <a:bodyPr/>
        <a:lstStyle/>
        <a:p>
          <a:endParaRPr lang="en-US"/>
        </a:p>
      </dgm:t>
    </dgm:pt>
    <dgm:pt modelId="{40727AF3-A7AE-4D7A-9CF1-C832099ECC6B}" type="sibTrans" cxnId="{A40CA2E4-C7BE-4EED-A364-E87E59512D1D}">
      <dgm:prSet/>
      <dgm:spPr/>
      <dgm:t>
        <a:bodyPr/>
        <a:lstStyle/>
        <a:p>
          <a:endParaRPr lang="en-US"/>
        </a:p>
      </dgm:t>
    </dgm:pt>
    <dgm:pt modelId="{B19B9DC2-A54D-4EF1-B9E7-EC2797AD21DE}">
      <dgm:prSet/>
      <dgm:spPr/>
      <dgm:t>
        <a:bodyPr/>
        <a:lstStyle/>
        <a:p>
          <a:r>
            <a:rPr lang="en-US"/>
            <a:t>Export CSV des données</a:t>
          </a:r>
        </a:p>
      </dgm:t>
    </dgm:pt>
    <dgm:pt modelId="{BB871D36-6DEC-4046-84D3-6A823355A9F4}" type="parTrans" cxnId="{8DE5069C-CCA6-4857-8203-CC817D0617A5}">
      <dgm:prSet/>
      <dgm:spPr/>
      <dgm:t>
        <a:bodyPr/>
        <a:lstStyle/>
        <a:p>
          <a:endParaRPr lang="en-US"/>
        </a:p>
      </dgm:t>
    </dgm:pt>
    <dgm:pt modelId="{DBE743DC-D749-408F-AFFD-FA51BB779C17}" type="sibTrans" cxnId="{8DE5069C-CCA6-4857-8203-CC817D0617A5}">
      <dgm:prSet/>
      <dgm:spPr/>
      <dgm:t>
        <a:bodyPr/>
        <a:lstStyle/>
        <a:p>
          <a:endParaRPr lang="en-US"/>
        </a:p>
      </dgm:t>
    </dgm:pt>
    <dgm:pt modelId="{CB802076-695E-44C4-9AA4-FBFC102B16F3}">
      <dgm:prSet/>
      <dgm:spPr/>
      <dgm:t>
        <a:bodyPr/>
        <a:lstStyle/>
        <a:p>
          <a:r>
            <a:rPr lang="en-US"/>
            <a:t>Réinitialisation complète</a:t>
          </a:r>
        </a:p>
      </dgm:t>
    </dgm:pt>
    <dgm:pt modelId="{EC6BD3B5-CD16-46AA-B677-2E78EA38825D}" type="parTrans" cxnId="{C07D1636-0E0D-4439-8883-37AF7CE8F4C2}">
      <dgm:prSet/>
      <dgm:spPr/>
      <dgm:t>
        <a:bodyPr/>
        <a:lstStyle/>
        <a:p>
          <a:endParaRPr lang="en-US"/>
        </a:p>
      </dgm:t>
    </dgm:pt>
    <dgm:pt modelId="{9F479492-2320-42AD-A794-FCC129253552}" type="sibTrans" cxnId="{C07D1636-0E0D-4439-8883-37AF7CE8F4C2}">
      <dgm:prSet/>
      <dgm:spPr/>
      <dgm:t>
        <a:bodyPr/>
        <a:lstStyle/>
        <a:p>
          <a:endParaRPr lang="en-US"/>
        </a:p>
      </dgm:t>
    </dgm:pt>
    <dgm:pt modelId="{A5770EF4-1AB5-7345-AF86-480AE6FCC866}" type="pres">
      <dgm:prSet presAssocID="{5DBB99D9-6A7C-4A15-9513-26AFE71A7E1C}" presName="Name0" presStyleCnt="0">
        <dgm:presLayoutVars>
          <dgm:dir/>
          <dgm:animLvl val="lvl"/>
          <dgm:resizeHandles val="exact"/>
        </dgm:presLayoutVars>
      </dgm:prSet>
      <dgm:spPr/>
    </dgm:pt>
    <dgm:pt modelId="{80DB6E95-C25C-9741-92AA-27CC1DF562DF}" type="pres">
      <dgm:prSet presAssocID="{AA1363B6-F515-4CA4-BB9A-06C1457A5C68}" presName="linNode" presStyleCnt="0"/>
      <dgm:spPr/>
    </dgm:pt>
    <dgm:pt modelId="{FC117872-6147-EE44-84F5-C5AA60EF0B8A}" type="pres">
      <dgm:prSet presAssocID="{AA1363B6-F515-4CA4-BB9A-06C1457A5C6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3421D1DF-96D8-404C-869F-82BDC84D91FC}" type="pres">
      <dgm:prSet presAssocID="{AA1363B6-F515-4CA4-BB9A-06C1457A5C68}" presName="descendantText" presStyleLbl="alignAccFollowNode1" presStyleIdx="0" presStyleCnt="4">
        <dgm:presLayoutVars>
          <dgm:bulletEnabled val="1"/>
        </dgm:presLayoutVars>
      </dgm:prSet>
      <dgm:spPr/>
    </dgm:pt>
    <dgm:pt modelId="{2D69609A-DB6C-C64E-96B7-E65B14FC78DF}" type="pres">
      <dgm:prSet presAssocID="{3BDDD1B2-262D-4173-B697-4968E975145A}" presName="sp" presStyleCnt="0"/>
      <dgm:spPr/>
    </dgm:pt>
    <dgm:pt modelId="{4647A508-6C6E-A442-8E14-527205EAA181}" type="pres">
      <dgm:prSet presAssocID="{C4548347-5176-494C-B57A-61696D650A6A}" presName="linNode" presStyleCnt="0"/>
      <dgm:spPr/>
    </dgm:pt>
    <dgm:pt modelId="{8F97B602-D3BD-6241-94EB-5B0DF92B1AC4}" type="pres">
      <dgm:prSet presAssocID="{C4548347-5176-494C-B57A-61696D650A6A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BA8C1074-F621-C74A-86EC-EF2EF10B786E}" type="pres">
      <dgm:prSet presAssocID="{C4548347-5176-494C-B57A-61696D650A6A}" presName="descendantText" presStyleLbl="alignAccFollowNode1" presStyleIdx="1" presStyleCnt="4">
        <dgm:presLayoutVars>
          <dgm:bulletEnabled val="1"/>
        </dgm:presLayoutVars>
      </dgm:prSet>
      <dgm:spPr/>
    </dgm:pt>
    <dgm:pt modelId="{B19F3E4D-7C70-0E4E-A3C1-9DDBFB36121C}" type="pres">
      <dgm:prSet presAssocID="{5D5FC538-0CD5-465B-8CBC-A0EC09C180EB}" presName="sp" presStyleCnt="0"/>
      <dgm:spPr/>
    </dgm:pt>
    <dgm:pt modelId="{0ECEBDB7-8203-2042-99E1-16507016C1C0}" type="pres">
      <dgm:prSet presAssocID="{6C5DF7E8-64FB-421B-8383-7155A15B4292}" presName="linNode" presStyleCnt="0"/>
      <dgm:spPr/>
    </dgm:pt>
    <dgm:pt modelId="{0B3192F3-A1CA-2946-91AC-91C28CC997CB}" type="pres">
      <dgm:prSet presAssocID="{6C5DF7E8-64FB-421B-8383-7155A15B4292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D8409356-90C2-7B49-B337-9B047F48BCBB}" type="pres">
      <dgm:prSet presAssocID="{6C5DF7E8-64FB-421B-8383-7155A15B4292}" presName="descendantText" presStyleLbl="alignAccFollowNode1" presStyleIdx="2" presStyleCnt="4">
        <dgm:presLayoutVars>
          <dgm:bulletEnabled val="1"/>
        </dgm:presLayoutVars>
      </dgm:prSet>
      <dgm:spPr/>
    </dgm:pt>
    <dgm:pt modelId="{44F1E9FF-4CA7-894B-BF27-5F8E97637F45}" type="pres">
      <dgm:prSet presAssocID="{59A0DA52-2B95-443B-9E93-AF296061FE1B}" presName="sp" presStyleCnt="0"/>
      <dgm:spPr/>
    </dgm:pt>
    <dgm:pt modelId="{FB6E3D5E-4096-EF4C-98DF-FB702EE4BD4D}" type="pres">
      <dgm:prSet presAssocID="{01EDB530-00CA-4ADF-9D47-312490CF7EEC}" presName="linNode" presStyleCnt="0"/>
      <dgm:spPr/>
    </dgm:pt>
    <dgm:pt modelId="{66E1AB16-A3C7-AF4B-95D6-41F41FB43C06}" type="pres">
      <dgm:prSet presAssocID="{01EDB530-00CA-4ADF-9D47-312490CF7EEC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29060053-117F-814C-B56C-C19CACF01401}" type="pres">
      <dgm:prSet presAssocID="{01EDB530-00CA-4ADF-9D47-312490CF7EEC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F2952206-3566-4C36-8ADD-6BF1D94F88A4}" srcId="{5DBB99D9-6A7C-4A15-9513-26AFE71A7E1C}" destId="{C4548347-5176-494C-B57A-61696D650A6A}" srcOrd="1" destOrd="0" parTransId="{B604AC8C-FD56-43AF-B462-A26F4BBC8956}" sibTransId="{5D5FC538-0CD5-465B-8CBC-A0EC09C180EB}"/>
    <dgm:cxn modelId="{2DBCA40B-FC92-0643-A830-24EF677F6232}" type="presOf" srcId="{766F9725-DA33-4DE7-8FEE-F3A37103960F}" destId="{BA8C1074-F621-C74A-86EC-EF2EF10B786E}" srcOrd="0" destOrd="0" presId="urn:microsoft.com/office/officeart/2005/8/layout/vList5"/>
    <dgm:cxn modelId="{183B6011-3043-4795-980D-2CD004A151D5}" srcId="{5DBB99D9-6A7C-4A15-9513-26AFE71A7E1C}" destId="{6C5DF7E8-64FB-421B-8383-7155A15B4292}" srcOrd="2" destOrd="0" parTransId="{8927FF3E-7FC6-49C9-9E25-C1BEC576494F}" sibTransId="{59A0DA52-2B95-443B-9E93-AF296061FE1B}"/>
    <dgm:cxn modelId="{B97DF312-A402-4023-8151-3BBCF80979B0}" srcId="{6C5DF7E8-64FB-421B-8383-7155A15B4292}" destId="{12443439-87D8-4ECD-816F-3ED22BD5A3CE}" srcOrd="1" destOrd="0" parTransId="{1B362BB8-4A00-4D48-96F4-2269A1054302}" sibTransId="{8F646060-8677-4075-8DCC-0FE0269FC968}"/>
    <dgm:cxn modelId="{97543921-8F1F-794E-BFA2-92800111F923}" type="presOf" srcId="{11B44C42-276E-4EB1-968D-63A4CF119789}" destId="{3421D1DF-96D8-404C-869F-82BDC84D91FC}" srcOrd="0" destOrd="0" presId="urn:microsoft.com/office/officeart/2005/8/layout/vList5"/>
    <dgm:cxn modelId="{B8E0DA2E-08D5-044B-8566-988BE4250A36}" type="presOf" srcId="{C4548347-5176-494C-B57A-61696D650A6A}" destId="{8F97B602-D3BD-6241-94EB-5B0DF92B1AC4}" srcOrd="0" destOrd="0" presId="urn:microsoft.com/office/officeart/2005/8/layout/vList5"/>
    <dgm:cxn modelId="{C07D1636-0E0D-4439-8883-37AF7CE8F4C2}" srcId="{01EDB530-00CA-4ADF-9D47-312490CF7EEC}" destId="{CB802076-695E-44C4-9AA4-FBFC102B16F3}" srcOrd="1" destOrd="0" parTransId="{EC6BD3B5-CD16-46AA-B677-2E78EA38825D}" sibTransId="{9F479492-2320-42AD-A794-FCC129253552}"/>
    <dgm:cxn modelId="{69958637-F9CE-1346-9BD7-C53DEF57E928}" type="presOf" srcId="{B19B9DC2-A54D-4EF1-B9E7-EC2797AD21DE}" destId="{29060053-117F-814C-B56C-C19CACF01401}" srcOrd="0" destOrd="0" presId="urn:microsoft.com/office/officeart/2005/8/layout/vList5"/>
    <dgm:cxn modelId="{D118B047-519C-0D41-B942-40BF5D01CCA1}" type="presOf" srcId="{49DAA111-47A9-41F0-8E94-76074E744F1E}" destId="{3421D1DF-96D8-404C-869F-82BDC84D91FC}" srcOrd="0" destOrd="1" presId="urn:microsoft.com/office/officeart/2005/8/layout/vList5"/>
    <dgm:cxn modelId="{C7011B4E-6648-7C4A-92C3-D1A098AC7543}" type="presOf" srcId="{01EDB530-00CA-4ADF-9D47-312490CF7EEC}" destId="{66E1AB16-A3C7-AF4B-95D6-41F41FB43C06}" srcOrd="0" destOrd="0" presId="urn:microsoft.com/office/officeart/2005/8/layout/vList5"/>
    <dgm:cxn modelId="{3CEEAA59-AF54-D349-8E9D-E460C751E725}" type="presOf" srcId="{CB802076-695E-44C4-9AA4-FBFC102B16F3}" destId="{29060053-117F-814C-B56C-C19CACF01401}" srcOrd="0" destOrd="1" presId="urn:microsoft.com/office/officeart/2005/8/layout/vList5"/>
    <dgm:cxn modelId="{75CD4C5D-E336-4D92-A068-6ED2A53079D9}" srcId="{C4548347-5176-494C-B57A-61696D650A6A}" destId="{449E6B3C-F93E-43DB-98C8-4A66AA329EE4}" srcOrd="1" destOrd="0" parTransId="{CE70E766-6642-41FC-9A39-89F8BD51D84E}" sibTransId="{4F3B3559-DA39-452E-85B8-CE531D3E886C}"/>
    <dgm:cxn modelId="{B4D5878A-54D5-1648-88A3-BF82B2C468EB}" type="presOf" srcId="{5DBB99D9-6A7C-4A15-9513-26AFE71A7E1C}" destId="{A5770EF4-1AB5-7345-AF86-480AE6FCC866}" srcOrd="0" destOrd="0" presId="urn:microsoft.com/office/officeart/2005/8/layout/vList5"/>
    <dgm:cxn modelId="{EEBD929A-3BE6-6A4A-82B5-353E0D2A42AD}" type="presOf" srcId="{12443439-87D8-4ECD-816F-3ED22BD5A3CE}" destId="{D8409356-90C2-7B49-B337-9B047F48BCBB}" srcOrd="0" destOrd="1" presId="urn:microsoft.com/office/officeart/2005/8/layout/vList5"/>
    <dgm:cxn modelId="{8DE5069C-CCA6-4857-8203-CC817D0617A5}" srcId="{01EDB530-00CA-4ADF-9D47-312490CF7EEC}" destId="{B19B9DC2-A54D-4EF1-B9E7-EC2797AD21DE}" srcOrd="0" destOrd="0" parTransId="{BB871D36-6DEC-4046-84D3-6A823355A9F4}" sibTransId="{DBE743DC-D749-408F-AFFD-FA51BB779C17}"/>
    <dgm:cxn modelId="{3943ABAC-B2FD-4E9E-ADCA-53F0417AA8C3}" srcId="{AA1363B6-F515-4CA4-BB9A-06C1457A5C68}" destId="{49DAA111-47A9-41F0-8E94-76074E744F1E}" srcOrd="1" destOrd="0" parTransId="{629E2EEE-6FA4-490A-9CAD-9A94AF8A108C}" sibTransId="{12ED79F5-6E28-4CC3-B217-A41C4368B2BC}"/>
    <dgm:cxn modelId="{F76FB3C4-AFB7-6743-B397-F5CAA1DCF1ED}" type="presOf" srcId="{60930EDA-D4E8-4A7F-B3E4-34D3C1A63EE8}" destId="{D8409356-90C2-7B49-B337-9B047F48BCBB}" srcOrd="0" destOrd="0" presId="urn:microsoft.com/office/officeart/2005/8/layout/vList5"/>
    <dgm:cxn modelId="{B9B704C7-B43B-2E47-A96A-94F0FA2AA023}" type="presOf" srcId="{AA1363B6-F515-4CA4-BB9A-06C1457A5C68}" destId="{FC117872-6147-EE44-84F5-C5AA60EF0B8A}" srcOrd="0" destOrd="0" presId="urn:microsoft.com/office/officeart/2005/8/layout/vList5"/>
    <dgm:cxn modelId="{2CE28BCC-3BD2-406A-8C48-175C6D9FDBCC}" srcId="{5DBB99D9-6A7C-4A15-9513-26AFE71A7E1C}" destId="{AA1363B6-F515-4CA4-BB9A-06C1457A5C68}" srcOrd="0" destOrd="0" parTransId="{8C7DC989-06E3-43E1-B9B8-78E9D5A914DD}" sibTransId="{3BDDD1B2-262D-4173-B697-4968E975145A}"/>
    <dgm:cxn modelId="{C1F216CF-BCBD-DE4D-9ACB-3C482D861267}" type="presOf" srcId="{6C5DF7E8-64FB-421B-8383-7155A15B4292}" destId="{0B3192F3-A1CA-2946-91AC-91C28CC997CB}" srcOrd="0" destOrd="0" presId="urn:microsoft.com/office/officeart/2005/8/layout/vList5"/>
    <dgm:cxn modelId="{68A6F9CF-A476-47CD-9BB5-D5CA5FDDB177}" srcId="{C4548347-5176-494C-B57A-61696D650A6A}" destId="{766F9725-DA33-4DE7-8FEE-F3A37103960F}" srcOrd="0" destOrd="0" parTransId="{67D5470E-F6B6-4294-B7E7-0FA5D5900209}" sibTransId="{7A615FED-0673-4338-A797-9139D642BF12}"/>
    <dgm:cxn modelId="{BEBB69DA-409C-4918-889B-1C120893498F}" srcId="{6C5DF7E8-64FB-421B-8383-7155A15B4292}" destId="{60930EDA-D4E8-4A7F-B3E4-34D3C1A63EE8}" srcOrd="0" destOrd="0" parTransId="{D769FCA3-0EB1-4828-8897-5EA16D633CEA}" sibTransId="{D6B57538-2E0E-4604-A696-C87A52B1B8E8}"/>
    <dgm:cxn modelId="{C8950EE4-C583-9045-BA9A-AB1E9BFE8D0D}" type="presOf" srcId="{449E6B3C-F93E-43DB-98C8-4A66AA329EE4}" destId="{BA8C1074-F621-C74A-86EC-EF2EF10B786E}" srcOrd="0" destOrd="1" presId="urn:microsoft.com/office/officeart/2005/8/layout/vList5"/>
    <dgm:cxn modelId="{A40CA2E4-C7BE-4EED-A364-E87E59512D1D}" srcId="{5DBB99D9-6A7C-4A15-9513-26AFE71A7E1C}" destId="{01EDB530-00CA-4ADF-9D47-312490CF7EEC}" srcOrd="3" destOrd="0" parTransId="{AA5BE607-3019-4AF4-BF46-F5B3D34BA192}" sibTransId="{40727AF3-A7AE-4D7A-9CF1-C832099ECC6B}"/>
    <dgm:cxn modelId="{112EBBEB-5D9A-4182-9DFE-964E683F3008}" srcId="{AA1363B6-F515-4CA4-BB9A-06C1457A5C68}" destId="{11B44C42-276E-4EB1-968D-63A4CF119789}" srcOrd="0" destOrd="0" parTransId="{890434A9-9630-4610-95AC-701A4182F6A1}" sibTransId="{690B9EFB-2214-4A2C-9EBD-0AD4C4982B8F}"/>
    <dgm:cxn modelId="{6F7F8516-48FD-C249-A665-70F37B726D97}" type="presParOf" srcId="{A5770EF4-1AB5-7345-AF86-480AE6FCC866}" destId="{80DB6E95-C25C-9741-92AA-27CC1DF562DF}" srcOrd="0" destOrd="0" presId="urn:microsoft.com/office/officeart/2005/8/layout/vList5"/>
    <dgm:cxn modelId="{A721D2C9-E8BA-E34A-A358-2E02C5B4A7A6}" type="presParOf" srcId="{80DB6E95-C25C-9741-92AA-27CC1DF562DF}" destId="{FC117872-6147-EE44-84F5-C5AA60EF0B8A}" srcOrd="0" destOrd="0" presId="urn:microsoft.com/office/officeart/2005/8/layout/vList5"/>
    <dgm:cxn modelId="{1E0753A0-DA9A-D646-89DD-867838C56266}" type="presParOf" srcId="{80DB6E95-C25C-9741-92AA-27CC1DF562DF}" destId="{3421D1DF-96D8-404C-869F-82BDC84D91FC}" srcOrd="1" destOrd="0" presId="urn:microsoft.com/office/officeart/2005/8/layout/vList5"/>
    <dgm:cxn modelId="{A8566F56-E790-9441-A3F9-07ED6CC3668D}" type="presParOf" srcId="{A5770EF4-1AB5-7345-AF86-480AE6FCC866}" destId="{2D69609A-DB6C-C64E-96B7-E65B14FC78DF}" srcOrd="1" destOrd="0" presId="urn:microsoft.com/office/officeart/2005/8/layout/vList5"/>
    <dgm:cxn modelId="{2C5E7029-05F7-4748-B002-1FA25C975F2A}" type="presParOf" srcId="{A5770EF4-1AB5-7345-AF86-480AE6FCC866}" destId="{4647A508-6C6E-A442-8E14-527205EAA181}" srcOrd="2" destOrd="0" presId="urn:microsoft.com/office/officeart/2005/8/layout/vList5"/>
    <dgm:cxn modelId="{8C683692-BC7F-994F-8814-75DDF48F591F}" type="presParOf" srcId="{4647A508-6C6E-A442-8E14-527205EAA181}" destId="{8F97B602-D3BD-6241-94EB-5B0DF92B1AC4}" srcOrd="0" destOrd="0" presId="urn:microsoft.com/office/officeart/2005/8/layout/vList5"/>
    <dgm:cxn modelId="{673F21D3-3359-2C49-B271-E20291EC2750}" type="presParOf" srcId="{4647A508-6C6E-A442-8E14-527205EAA181}" destId="{BA8C1074-F621-C74A-86EC-EF2EF10B786E}" srcOrd="1" destOrd="0" presId="urn:microsoft.com/office/officeart/2005/8/layout/vList5"/>
    <dgm:cxn modelId="{28E42A38-06B5-4E42-A952-3602F6D7428D}" type="presParOf" srcId="{A5770EF4-1AB5-7345-AF86-480AE6FCC866}" destId="{B19F3E4D-7C70-0E4E-A3C1-9DDBFB36121C}" srcOrd="3" destOrd="0" presId="urn:microsoft.com/office/officeart/2005/8/layout/vList5"/>
    <dgm:cxn modelId="{A63FA837-8069-AA47-87B7-23F586D33C57}" type="presParOf" srcId="{A5770EF4-1AB5-7345-AF86-480AE6FCC866}" destId="{0ECEBDB7-8203-2042-99E1-16507016C1C0}" srcOrd="4" destOrd="0" presId="urn:microsoft.com/office/officeart/2005/8/layout/vList5"/>
    <dgm:cxn modelId="{4E2BF928-46FE-7149-ACBB-1CE231B3BBE9}" type="presParOf" srcId="{0ECEBDB7-8203-2042-99E1-16507016C1C0}" destId="{0B3192F3-A1CA-2946-91AC-91C28CC997CB}" srcOrd="0" destOrd="0" presId="urn:microsoft.com/office/officeart/2005/8/layout/vList5"/>
    <dgm:cxn modelId="{9370D0D0-3924-F345-8DB0-DD342B954094}" type="presParOf" srcId="{0ECEBDB7-8203-2042-99E1-16507016C1C0}" destId="{D8409356-90C2-7B49-B337-9B047F48BCBB}" srcOrd="1" destOrd="0" presId="urn:microsoft.com/office/officeart/2005/8/layout/vList5"/>
    <dgm:cxn modelId="{539EE7EF-D878-1747-919F-7624645F519E}" type="presParOf" srcId="{A5770EF4-1AB5-7345-AF86-480AE6FCC866}" destId="{44F1E9FF-4CA7-894B-BF27-5F8E97637F45}" srcOrd="5" destOrd="0" presId="urn:microsoft.com/office/officeart/2005/8/layout/vList5"/>
    <dgm:cxn modelId="{83B09D04-6768-1648-BD1B-62E69FD2BFAE}" type="presParOf" srcId="{A5770EF4-1AB5-7345-AF86-480AE6FCC866}" destId="{FB6E3D5E-4096-EF4C-98DF-FB702EE4BD4D}" srcOrd="6" destOrd="0" presId="urn:microsoft.com/office/officeart/2005/8/layout/vList5"/>
    <dgm:cxn modelId="{2CE48EE8-FD60-084A-B92F-75DE90122DA9}" type="presParOf" srcId="{FB6E3D5E-4096-EF4C-98DF-FB702EE4BD4D}" destId="{66E1AB16-A3C7-AF4B-95D6-41F41FB43C06}" srcOrd="0" destOrd="0" presId="urn:microsoft.com/office/officeart/2005/8/layout/vList5"/>
    <dgm:cxn modelId="{4ACCF7BC-2B7F-C145-A79A-C24132EF93C1}" type="presParOf" srcId="{FB6E3D5E-4096-EF4C-98DF-FB702EE4BD4D}" destId="{29060053-117F-814C-B56C-C19CACF0140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4DF098-087C-4569-8B95-7B3004EC4B8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C7A03A6-F865-4331-B7D9-B7305A723E9A}">
      <dgm:prSet/>
      <dgm:spPr/>
      <dgm:t>
        <a:bodyPr/>
        <a:lstStyle/>
        <a:p>
          <a:r>
            <a:rPr lang="en-US" b="1"/>
            <a:t>Application Déployée en Production</a:t>
          </a:r>
          <a:endParaRPr lang="en-US"/>
        </a:p>
      </dgm:t>
    </dgm:pt>
    <dgm:pt modelId="{A34C1395-1F62-4EDE-9816-9B1E9D19F711}" type="parTrans" cxnId="{17DCF2D4-5DC3-4FB5-861A-3304CFA35EA9}">
      <dgm:prSet/>
      <dgm:spPr/>
      <dgm:t>
        <a:bodyPr/>
        <a:lstStyle/>
        <a:p>
          <a:endParaRPr lang="en-US"/>
        </a:p>
      </dgm:t>
    </dgm:pt>
    <dgm:pt modelId="{0F6F1219-844E-4095-9F63-C0CE9F7CC3BF}" type="sibTrans" cxnId="{17DCF2D4-5DC3-4FB5-861A-3304CFA35EA9}">
      <dgm:prSet/>
      <dgm:spPr/>
      <dgm:t>
        <a:bodyPr/>
        <a:lstStyle/>
        <a:p>
          <a:endParaRPr lang="en-US"/>
        </a:p>
      </dgm:t>
    </dgm:pt>
    <dgm:pt modelId="{620549A2-A5B2-44BC-8D5C-5B4E37DC5728}">
      <dgm:prSet/>
      <dgm:spPr/>
      <dgm:t>
        <a:bodyPr/>
        <a:lstStyle/>
        <a:p>
          <a:r>
            <a:rPr lang="en-US" b="1"/>
            <a:t>URL d’accès</a:t>
          </a:r>
          <a:endParaRPr lang="en-US"/>
        </a:p>
      </dgm:t>
    </dgm:pt>
    <dgm:pt modelId="{8E6CBFD8-0B1A-40A8-B4EE-CB0FF12A29FE}" type="parTrans" cxnId="{5911B60E-B31A-4D21-82DD-92A392DC9DBB}">
      <dgm:prSet/>
      <dgm:spPr/>
      <dgm:t>
        <a:bodyPr/>
        <a:lstStyle/>
        <a:p>
          <a:endParaRPr lang="en-US"/>
        </a:p>
      </dgm:t>
    </dgm:pt>
    <dgm:pt modelId="{37E6E2FF-8EC1-4F0D-9E8E-26DCEAC02B8B}" type="sibTrans" cxnId="{5911B60E-B31A-4D21-82DD-92A392DC9DBB}">
      <dgm:prSet/>
      <dgm:spPr/>
      <dgm:t>
        <a:bodyPr/>
        <a:lstStyle/>
        <a:p>
          <a:endParaRPr lang="en-US"/>
        </a:p>
      </dgm:t>
    </dgm:pt>
    <dgm:pt modelId="{3450507C-3742-4FD2-A81A-AC110DFEE2B9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1"/>
            </a:rPr>
            <a:t>https://manoucaboul-arch.shinyapps.io/monbudget/</a:t>
          </a:r>
          <a:endParaRPr lang="en-US" dirty="0"/>
        </a:p>
      </dgm:t>
    </dgm:pt>
    <dgm:pt modelId="{3A139D59-1AF5-498A-87CA-C3C83171529F}" type="parTrans" cxnId="{333DB53F-FA2F-49B7-817F-20EB38E8AE4B}">
      <dgm:prSet/>
      <dgm:spPr/>
      <dgm:t>
        <a:bodyPr/>
        <a:lstStyle/>
        <a:p>
          <a:endParaRPr lang="en-US"/>
        </a:p>
      </dgm:t>
    </dgm:pt>
    <dgm:pt modelId="{CF016873-10F5-4D36-867B-D84A0546B344}" type="sibTrans" cxnId="{333DB53F-FA2F-49B7-817F-20EB38E8AE4B}">
      <dgm:prSet/>
      <dgm:spPr/>
      <dgm:t>
        <a:bodyPr/>
        <a:lstStyle/>
        <a:p>
          <a:endParaRPr lang="en-US"/>
        </a:p>
      </dgm:t>
    </dgm:pt>
    <dgm:pt modelId="{9E326519-6571-4C05-903C-762CDC1D81DD}">
      <dgm:prSet/>
      <dgm:spPr/>
      <dgm:t>
        <a:bodyPr/>
        <a:lstStyle/>
        <a:p>
          <a:r>
            <a:rPr lang="en-US" b="1"/>
            <a:t>Fonctionnalités Disponibles</a:t>
          </a:r>
          <a:endParaRPr lang="en-US"/>
        </a:p>
      </dgm:t>
    </dgm:pt>
    <dgm:pt modelId="{1936272B-C420-4A3A-8BA9-E26844574DAE}" type="parTrans" cxnId="{E63898E2-FC72-4321-B0A8-DE917B536C7C}">
      <dgm:prSet/>
      <dgm:spPr/>
      <dgm:t>
        <a:bodyPr/>
        <a:lstStyle/>
        <a:p>
          <a:endParaRPr lang="en-US"/>
        </a:p>
      </dgm:t>
    </dgm:pt>
    <dgm:pt modelId="{4B581A32-264C-48BB-A5B7-7601BB80308E}" type="sibTrans" cxnId="{E63898E2-FC72-4321-B0A8-DE917B536C7C}">
      <dgm:prSet/>
      <dgm:spPr/>
      <dgm:t>
        <a:bodyPr/>
        <a:lstStyle/>
        <a:p>
          <a:endParaRPr lang="en-US"/>
        </a:p>
      </dgm:t>
    </dgm:pt>
    <dgm:pt modelId="{9EA38CB1-C75B-4D35-8D08-B5097D2813E6}">
      <dgm:prSet/>
      <dgm:spPr/>
      <dgm:t>
        <a:bodyPr/>
        <a:lstStyle/>
        <a:p>
          <a:r>
            <a:rPr lang="en-US"/>
            <a:t>Dashboard interactif en temps réel</a:t>
          </a:r>
        </a:p>
      </dgm:t>
    </dgm:pt>
    <dgm:pt modelId="{3AEBF614-FD88-4415-89AA-DC1C2B20BB35}" type="parTrans" cxnId="{F78F8841-7354-4DD4-82F5-DF50B4CB83BE}">
      <dgm:prSet/>
      <dgm:spPr/>
      <dgm:t>
        <a:bodyPr/>
        <a:lstStyle/>
        <a:p>
          <a:endParaRPr lang="en-US"/>
        </a:p>
      </dgm:t>
    </dgm:pt>
    <dgm:pt modelId="{2BD7E6D6-F7AE-45AB-8B6E-F7DE9084E2FB}" type="sibTrans" cxnId="{F78F8841-7354-4DD4-82F5-DF50B4CB83BE}">
      <dgm:prSet/>
      <dgm:spPr/>
      <dgm:t>
        <a:bodyPr/>
        <a:lstStyle/>
        <a:p>
          <a:endParaRPr lang="en-US"/>
        </a:p>
      </dgm:t>
    </dgm:pt>
    <dgm:pt modelId="{C137EB83-F06F-49AC-9725-5DDDC883E307}">
      <dgm:prSet/>
      <dgm:spPr/>
      <dgm:t>
        <a:bodyPr/>
        <a:lstStyle/>
        <a:p>
          <a:r>
            <a:rPr lang="en-US"/>
            <a:t>6 indicateurs financiers clés</a:t>
          </a:r>
        </a:p>
      </dgm:t>
    </dgm:pt>
    <dgm:pt modelId="{27A60E45-62F4-48AB-B4C0-2C1C8DF3B8CE}" type="parTrans" cxnId="{6AA08E06-7D6A-4CE2-84C4-1AB7A84656D8}">
      <dgm:prSet/>
      <dgm:spPr/>
      <dgm:t>
        <a:bodyPr/>
        <a:lstStyle/>
        <a:p>
          <a:endParaRPr lang="en-US"/>
        </a:p>
      </dgm:t>
    </dgm:pt>
    <dgm:pt modelId="{B83A5EB3-53D4-4496-9BB7-3B1B04ED8EB4}" type="sibTrans" cxnId="{6AA08E06-7D6A-4CE2-84C4-1AB7A84656D8}">
      <dgm:prSet/>
      <dgm:spPr/>
      <dgm:t>
        <a:bodyPr/>
        <a:lstStyle/>
        <a:p>
          <a:endParaRPr lang="en-US"/>
        </a:p>
      </dgm:t>
    </dgm:pt>
    <dgm:pt modelId="{1397DDF4-3CB3-4AB8-A5B9-9F4D9F580EBF}">
      <dgm:prSet/>
      <dgm:spPr/>
      <dgm:t>
        <a:bodyPr/>
        <a:lstStyle/>
        <a:p>
          <a:r>
            <a:rPr lang="en-US" dirty="0"/>
            <a:t>3 </a:t>
          </a:r>
          <a:r>
            <a:rPr lang="en-US" dirty="0" err="1"/>
            <a:t>graphiques</a:t>
          </a:r>
          <a:r>
            <a:rPr lang="en-US" dirty="0"/>
            <a:t> </a:t>
          </a:r>
          <a:r>
            <a:rPr lang="en-US" dirty="0" err="1"/>
            <a:t>dynamiques</a:t>
          </a:r>
          <a:r>
            <a:rPr lang="en-US" dirty="0"/>
            <a:t> et </a:t>
          </a:r>
          <a:r>
            <a:rPr lang="en-US" dirty="0" err="1"/>
            <a:t>réactifs</a:t>
          </a:r>
          <a:endParaRPr lang="en-US" dirty="0"/>
        </a:p>
      </dgm:t>
    </dgm:pt>
    <dgm:pt modelId="{C638484B-1443-4E10-9529-AAC80ADA5FE2}" type="parTrans" cxnId="{04665742-BB22-4C25-AAEA-EFA1FF613554}">
      <dgm:prSet/>
      <dgm:spPr/>
      <dgm:t>
        <a:bodyPr/>
        <a:lstStyle/>
        <a:p>
          <a:endParaRPr lang="en-US"/>
        </a:p>
      </dgm:t>
    </dgm:pt>
    <dgm:pt modelId="{4C98B150-4F33-4E84-99D8-ABA0510ED9DF}" type="sibTrans" cxnId="{04665742-BB22-4C25-AAEA-EFA1FF613554}">
      <dgm:prSet/>
      <dgm:spPr/>
      <dgm:t>
        <a:bodyPr/>
        <a:lstStyle/>
        <a:p>
          <a:endParaRPr lang="en-US"/>
        </a:p>
      </dgm:t>
    </dgm:pt>
    <dgm:pt modelId="{836E8F56-CD8C-4ACA-BE2E-1B85712B6838}">
      <dgm:prSet/>
      <dgm:spPr/>
      <dgm:t>
        <a:bodyPr/>
        <a:lstStyle/>
        <a:p>
          <a:r>
            <a:rPr lang="en-US"/>
            <a:t>Prédiction Machine Learning sur 30 jours</a:t>
          </a:r>
        </a:p>
      </dgm:t>
    </dgm:pt>
    <dgm:pt modelId="{EF891038-4792-411D-8542-0B68DD53E2E1}" type="parTrans" cxnId="{DCE1F397-3672-4601-91F5-C1E005DC7F41}">
      <dgm:prSet/>
      <dgm:spPr/>
      <dgm:t>
        <a:bodyPr/>
        <a:lstStyle/>
        <a:p>
          <a:endParaRPr lang="en-US"/>
        </a:p>
      </dgm:t>
    </dgm:pt>
    <dgm:pt modelId="{02073DC1-D715-4178-8268-5CF9E5DD5FF3}" type="sibTrans" cxnId="{DCE1F397-3672-4601-91F5-C1E005DC7F41}">
      <dgm:prSet/>
      <dgm:spPr/>
      <dgm:t>
        <a:bodyPr/>
        <a:lstStyle/>
        <a:p>
          <a:endParaRPr lang="en-US"/>
        </a:p>
      </dgm:t>
    </dgm:pt>
    <dgm:pt modelId="{5413A21A-7926-4EB2-9496-DA7ED232828B}">
      <dgm:prSet/>
      <dgm:spPr/>
      <dgm:t>
        <a:bodyPr/>
        <a:lstStyle/>
        <a:p>
          <a:r>
            <a:rPr lang="en-US"/>
            <a:t>Export CSV des données complètes</a:t>
          </a:r>
        </a:p>
      </dgm:t>
    </dgm:pt>
    <dgm:pt modelId="{C3DA559D-DBB3-4281-A7C7-AE4E45BA7E83}" type="parTrans" cxnId="{41A6AD83-3983-493C-BDE0-1DD48532676A}">
      <dgm:prSet/>
      <dgm:spPr/>
      <dgm:t>
        <a:bodyPr/>
        <a:lstStyle/>
        <a:p>
          <a:endParaRPr lang="en-US"/>
        </a:p>
      </dgm:t>
    </dgm:pt>
    <dgm:pt modelId="{EB70A54C-696E-428D-B82C-687E49B50E9E}" type="sibTrans" cxnId="{41A6AD83-3983-493C-BDE0-1DD48532676A}">
      <dgm:prSet/>
      <dgm:spPr/>
      <dgm:t>
        <a:bodyPr/>
        <a:lstStyle/>
        <a:p>
          <a:endParaRPr lang="en-US"/>
        </a:p>
      </dgm:t>
    </dgm:pt>
    <dgm:pt modelId="{F3009D2B-A802-46BF-A07F-BB4EFEE8D09E}">
      <dgm:prSet/>
      <dgm:spPr/>
      <dgm:t>
        <a:bodyPr/>
        <a:lstStyle/>
        <a:p>
          <a:r>
            <a:rPr lang="en-US"/>
            <a:t>Réactivité instantanée</a:t>
          </a:r>
        </a:p>
      </dgm:t>
    </dgm:pt>
    <dgm:pt modelId="{20ECA70C-4AB9-4D9F-AC48-1C6EFDAB6C18}" type="parTrans" cxnId="{24ED090C-3B18-4472-AA47-1F9B213E9185}">
      <dgm:prSet/>
      <dgm:spPr/>
      <dgm:t>
        <a:bodyPr/>
        <a:lstStyle/>
        <a:p>
          <a:endParaRPr lang="en-US"/>
        </a:p>
      </dgm:t>
    </dgm:pt>
    <dgm:pt modelId="{FA943B30-96A7-4707-B7A1-D9CECB401C96}" type="sibTrans" cxnId="{24ED090C-3B18-4472-AA47-1F9B213E9185}">
      <dgm:prSet/>
      <dgm:spPr/>
      <dgm:t>
        <a:bodyPr/>
        <a:lstStyle/>
        <a:p>
          <a:endParaRPr lang="en-US"/>
        </a:p>
      </dgm:t>
    </dgm:pt>
    <dgm:pt modelId="{DCEB6E52-0000-40CC-A706-31A2625F9F98}">
      <dgm:prSet/>
      <dgm:spPr/>
      <dgm:t>
        <a:bodyPr/>
        <a:lstStyle/>
        <a:p>
          <a:r>
            <a:rPr lang="en-US" b="1"/>
            <a:t>Compatibilité</a:t>
          </a:r>
          <a:endParaRPr lang="en-US"/>
        </a:p>
      </dgm:t>
    </dgm:pt>
    <dgm:pt modelId="{05A7689A-D6A9-407C-AB57-A176535DF0FE}" type="parTrans" cxnId="{1B22294D-4D54-42D3-B20A-F4039A43D2A5}">
      <dgm:prSet/>
      <dgm:spPr/>
      <dgm:t>
        <a:bodyPr/>
        <a:lstStyle/>
        <a:p>
          <a:endParaRPr lang="en-US"/>
        </a:p>
      </dgm:t>
    </dgm:pt>
    <dgm:pt modelId="{9F02D9CE-C2A7-4942-B492-624A1718EC1F}" type="sibTrans" cxnId="{1B22294D-4D54-42D3-B20A-F4039A43D2A5}">
      <dgm:prSet/>
      <dgm:spPr/>
      <dgm:t>
        <a:bodyPr/>
        <a:lstStyle/>
        <a:p>
          <a:endParaRPr lang="en-US"/>
        </a:p>
      </dgm:t>
    </dgm:pt>
    <dgm:pt modelId="{8A3AE99D-8A36-4DEC-8BFB-7CC8C19771DB}">
      <dgm:prSet/>
      <dgm:spPr/>
      <dgm:t>
        <a:bodyPr/>
        <a:lstStyle/>
        <a:p>
          <a:r>
            <a:rPr lang="en-US"/>
            <a:t>Compatible avec tous les appareils : Desktop, Tablette, Mobile</a:t>
          </a:r>
        </a:p>
      </dgm:t>
    </dgm:pt>
    <dgm:pt modelId="{CCDE329D-DE49-4BF0-A209-2E5469423CAF}" type="parTrans" cxnId="{FE1E9DA1-6D31-47F8-BA5D-A43278D2A377}">
      <dgm:prSet/>
      <dgm:spPr/>
      <dgm:t>
        <a:bodyPr/>
        <a:lstStyle/>
        <a:p>
          <a:endParaRPr lang="en-US"/>
        </a:p>
      </dgm:t>
    </dgm:pt>
    <dgm:pt modelId="{F5454916-E54C-428F-AD90-148F71FD70D0}" type="sibTrans" cxnId="{FE1E9DA1-6D31-47F8-BA5D-A43278D2A377}">
      <dgm:prSet/>
      <dgm:spPr/>
      <dgm:t>
        <a:bodyPr/>
        <a:lstStyle/>
        <a:p>
          <a:endParaRPr lang="en-US"/>
        </a:p>
      </dgm:t>
    </dgm:pt>
    <dgm:pt modelId="{C001A59E-E20B-BA4B-AB11-722E1D248E0B}" type="pres">
      <dgm:prSet presAssocID="{CD4DF098-087C-4569-8B95-7B3004EC4B89}" presName="linear" presStyleCnt="0">
        <dgm:presLayoutVars>
          <dgm:animLvl val="lvl"/>
          <dgm:resizeHandles val="exact"/>
        </dgm:presLayoutVars>
      </dgm:prSet>
      <dgm:spPr/>
    </dgm:pt>
    <dgm:pt modelId="{6C911DCE-7156-A749-955A-3EBD7779F5FA}" type="pres">
      <dgm:prSet presAssocID="{DC7A03A6-F865-4331-B7D9-B7305A723E9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D85E3731-E260-A04A-A633-2BD3C2825DCD}" type="pres">
      <dgm:prSet presAssocID="{0F6F1219-844E-4095-9F63-C0CE9F7CC3BF}" presName="spacer" presStyleCnt="0"/>
      <dgm:spPr/>
    </dgm:pt>
    <dgm:pt modelId="{C7D34D1F-5364-FD46-9AD3-0C346D837419}" type="pres">
      <dgm:prSet presAssocID="{620549A2-A5B2-44BC-8D5C-5B4E37DC572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FE70334-2C26-A34B-93B5-C73D3872B3F4}" type="pres">
      <dgm:prSet presAssocID="{37E6E2FF-8EC1-4F0D-9E8E-26DCEAC02B8B}" presName="spacer" presStyleCnt="0"/>
      <dgm:spPr/>
    </dgm:pt>
    <dgm:pt modelId="{AEA7B44E-F071-4F49-BFB1-DF9C40D8638C}" type="pres">
      <dgm:prSet presAssocID="{3450507C-3742-4FD2-A81A-AC110DFEE2B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2F5A9E1-3949-0A42-A5C5-53B1B714F896}" type="pres">
      <dgm:prSet presAssocID="{CF016873-10F5-4D36-867B-D84A0546B344}" presName="spacer" presStyleCnt="0"/>
      <dgm:spPr/>
    </dgm:pt>
    <dgm:pt modelId="{18F29B53-E0D5-0341-BB78-91FDB9C1CED0}" type="pres">
      <dgm:prSet presAssocID="{9E326519-6571-4C05-903C-762CDC1D81D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7D4349A-E29F-F245-A366-04F7ECDF9A12}" type="pres">
      <dgm:prSet presAssocID="{9E326519-6571-4C05-903C-762CDC1D81DD}" presName="childText" presStyleLbl="revTx" presStyleIdx="0" presStyleCnt="1">
        <dgm:presLayoutVars>
          <dgm:bulletEnabled val="1"/>
        </dgm:presLayoutVars>
      </dgm:prSet>
      <dgm:spPr/>
    </dgm:pt>
    <dgm:pt modelId="{F6C712A4-EF1A-DD47-B065-1CBB541FFB49}" type="pres">
      <dgm:prSet presAssocID="{DCEB6E52-0000-40CC-A706-31A2625F9F9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AC12566-26AD-8D4F-9029-B3A85D2498A7}" type="pres">
      <dgm:prSet presAssocID="{9F02D9CE-C2A7-4942-B492-624A1718EC1F}" presName="spacer" presStyleCnt="0"/>
      <dgm:spPr/>
    </dgm:pt>
    <dgm:pt modelId="{351FFD34-0C64-3749-ABDC-12D0C9397756}" type="pres">
      <dgm:prSet presAssocID="{8A3AE99D-8A36-4DEC-8BFB-7CC8C19771D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AA08E06-7D6A-4CE2-84C4-1AB7A84656D8}" srcId="{9E326519-6571-4C05-903C-762CDC1D81DD}" destId="{C137EB83-F06F-49AC-9725-5DDDC883E307}" srcOrd="1" destOrd="0" parTransId="{27A60E45-62F4-48AB-B4C0-2C1C8DF3B8CE}" sibTransId="{B83A5EB3-53D4-4496-9BB7-3B1B04ED8EB4}"/>
    <dgm:cxn modelId="{24ED090C-3B18-4472-AA47-1F9B213E9185}" srcId="{9E326519-6571-4C05-903C-762CDC1D81DD}" destId="{F3009D2B-A802-46BF-A07F-BB4EFEE8D09E}" srcOrd="5" destOrd="0" parTransId="{20ECA70C-4AB9-4D9F-AC48-1C6EFDAB6C18}" sibTransId="{FA943B30-96A7-4707-B7A1-D9CECB401C96}"/>
    <dgm:cxn modelId="{5911B60E-B31A-4D21-82DD-92A392DC9DBB}" srcId="{CD4DF098-087C-4569-8B95-7B3004EC4B89}" destId="{620549A2-A5B2-44BC-8D5C-5B4E37DC5728}" srcOrd="1" destOrd="0" parTransId="{8E6CBFD8-0B1A-40A8-B4EE-CB0FF12A29FE}" sibTransId="{37E6E2FF-8EC1-4F0D-9E8E-26DCEAC02B8B}"/>
    <dgm:cxn modelId="{8E286814-6583-D74D-8B98-BF3C4BEAA1C7}" type="presOf" srcId="{620549A2-A5B2-44BC-8D5C-5B4E37DC5728}" destId="{C7D34D1F-5364-FD46-9AD3-0C346D837419}" srcOrd="0" destOrd="0" presId="urn:microsoft.com/office/officeart/2005/8/layout/vList2"/>
    <dgm:cxn modelId="{A7D8D13E-80D6-CA4E-A0F3-6F9E4D7D9470}" type="presOf" srcId="{8A3AE99D-8A36-4DEC-8BFB-7CC8C19771DB}" destId="{351FFD34-0C64-3749-ABDC-12D0C9397756}" srcOrd="0" destOrd="0" presId="urn:microsoft.com/office/officeart/2005/8/layout/vList2"/>
    <dgm:cxn modelId="{333DB53F-FA2F-49B7-817F-20EB38E8AE4B}" srcId="{CD4DF098-087C-4569-8B95-7B3004EC4B89}" destId="{3450507C-3742-4FD2-A81A-AC110DFEE2B9}" srcOrd="2" destOrd="0" parTransId="{3A139D59-1AF5-498A-87CA-C3C83171529F}" sibTransId="{CF016873-10F5-4D36-867B-D84A0546B344}"/>
    <dgm:cxn modelId="{F78F8841-7354-4DD4-82F5-DF50B4CB83BE}" srcId="{9E326519-6571-4C05-903C-762CDC1D81DD}" destId="{9EA38CB1-C75B-4D35-8D08-B5097D2813E6}" srcOrd="0" destOrd="0" parTransId="{3AEBF614-FD88-4415-89AA-DC1C2B20BB35}" sibTransId="{2BD7E6D6-F7AE-45AB-8B6E-F7DE9084E2FB}"/>
    <dgm:cxn modelId="{04665742-BB22-4C25-AAEA-EFA1FF613554}" srcId="{9E326519-6571-4C05-903C-762CDC1D81DD}" destId="{1397DDF4-3CB3-4AB8-A5B9-9F4D9F580EBF}" srcOrd="2" destOrd="0" parTransId="{C638484B-1443-4E10-9529-AAC80ADA5FE2}" sibTransId="{4C98B150-4F33-4E84-99D8-ABA0510ED9DF}"/>
    <dgm:cxn modelId="{1B22294D-4D54-42D3-B20A-F4039A43D2A5}" srcId="{CD4DF098-087C-4569-8B95-7B3004EC4B89}" destId="{DCEB6E52-0000-40CC-A706-31A2625F9F98}" srcOrd="4" destOrd="0" parTransId="{05A7689A-D6A9-407C-AB57-A176535DF0FE}" sibTransId="{9F02D9CE-C2A7-4942-B492-624A1718EC1F}"/>
    <dgm:cxn modelId="{2079525E-6252-AD4A-AF74-5575884775A0}" type="presOf" srcId="{9E326519-6571-4C05-903C-762CDC1D81DD}" destId="{18F29B53-E0D5-0341-BB78-91FDB9C1CED0}" srcOrd="0" destOrd="0" presId="urn:microsoft.com/office/officeart/2005/8/layout/vList2"/>
    <dgm:cxn modelId="{2CB53365-E450-C54E-9E32-E0B2C46298D1}" type="presOf" srcId="{CD4DF098-087C-4569-8B95-7B3004EC4B89}" destId="{C001A59E-E20B-BA4B-AB11-722E1D248E0B}" srcOrd="0" destOrd="0" presId="urn:microsoft.com/office/officeart/2005/8/layout/vList2"/>
    <dgm:cxn modelId="{4B31D066-B6AD-A240-B029-F0BCE10A98E0}" type="presOf" srcId="{F3009D2B-A802-46BF-A07F-BB4EFEE8D09E}" destId="{57D4349A-E29F-F245-A366-04F7ECDF9A12}" srcOrd="0" destOrd="5" presId="urn:microsoft.com/office/officeart/2005/8/layout/vList2"/>
    <dgm:cxn modelId="{07548B67-AE89-0244-8C27-154DF2F5EE02}" type="presOf" srcId="{DCEB6E52-0000-40CC-A706-31A2625F9F98}" destId="{F6C712A4-EF1A-DD47-B065-1CBB541FFB49}" srcOrd="0" destOrd="0" presId="urn:microsoft.com/office/officeart/2005/8/layout/vList2"/>
    <dgm:cxn modelId="{41A6AD83-3983-493C-BDE0-1DD48532676A}" srcId="{9E326519-6571-4C05-903C-762CDC1D81DD}" destId="{5413A21A-7926-4EB2-9496-DA7ED232828B}" srcOrd="4" destOrd="0" parTransId="{C3DA559D-DBB3-4281-A7C7-AE4E45BA7E83}" sibTransId="{EB70A54C-696E-428D-B82C-687E49B50E9E}"/>
    <dgm:cxn modelId="{B4D7E087-E024-4A4E-ADBA-A2C21479F242}" type="presOf" srcId="{C137EB83-F06F-49AC-9725-5DDDC883E307}" destId="{57D4349A-E29F-F245-A366-04F7ECDF9A12}" srcOrd="0" destOrd="1" presId="urn:microsoft.com/office/officeart/2005/8/layout/vList2"/>
    <dgm:cxn modelId="{8EB1DB88-A106-FE42-9780-79D5CCEEB4DE}" type="presOf" srcId="{5413A21A-7926-4EB2-9496-DA7ED232828B}" destId="{57D4349A-E29F-F245-A366-04F7ECDF9A12}" srcOrd="0" destOrd="4" presId="urn:microsoft.com/office/officeart/2005/8/layout/vList2"/>
    <dgm:cxn modelId="{DCE1F397-3672-4601-91F5-C1E005DC7F41}" srcId="{9E326519-6571-4C05-903C-762CDC1D81DD}" destId="{836E8F56-CD8C-4ACA-BE2E-1B85712B6838}" srcOrd="3" destOrd="0" parTransId="{EF891038-4792-411D-8542-0B68DD53E2E1}" sibTransId="{02073DC1-D715-4178-8268-5CF9E5DD5FF3}"/>
    <dgm:cxn modelId="{FE1E9DA1-6D31-47F8-BA5D-A43278D2A377}" srcId="{CD4DF098-087C-4569-8B95-7B3004EC4B89}" destId="{8A3AE99D-8A36-4DEC-8BFB-7CC8C19771DB}" srcOrd="5" destOrd="0" parTransId="{CCDE329D-DE49-4BF0-A209-2E5469423CAF}" sibTransId="{F5454916-E54C-428F-AD90-148F71FD70D0}"/>
    <dgm:cxn modelId="{BF12E1A9-F3E6-8B4E-872A-C19822F76352}" type="presOf" srcId="{3450507C-3742-4FD2-A81A-AC110DFEE2B9}" destId="{AEA7B44E-F071-4F49-BFB1-DF9C40D8638C}" srcOrd="0" destOrd="0" presId="urn:microsoft.com/office/officeart/2005/8/layout/vList2"/>
    <dgm:cxn modelId="{4087F0AE-515F-6040-B39B-725033933B21}" type="presOf" srcId="{DC7A03A6-F865-4331-B7D9-B7305A723E9A}" destId="{6C911DCE-7156-A749-955A-3EBD7779F5FA}" srcOrd="0" destOrd="0" presId="urn:microsoft.com/office/officeart/2005/8/layout/vList2"/>
    <dgm:cxn modelId="{41C40EC2-BBA0-4848-8855-4F7B5729288F}" type="presOf" srcId="{836E8F56-CD8C-4ACA-BE2E-1B85712B6838}" destId="{57D4349A-E29F-F245-A366-04F7ECDF9A12}" srcOrd="0" destOrd="3" presId="urn:microsoft.com/office/officeart/2005/8/layout/vList2"/>
    <dgm:cxn modelId="{96D6E1D3-FA85-324B-8E9C-06CB390ECCDA}" type="presOf" srcId="{9EA38CB1-C75B-4D35-8D08-B5097D2813E6}" destId="{57D4349A-E29F-F245-A366-04F7ECDF9A12}" srcOrd="0" destOrd="0" presId="urn:microsoft.com/office/officeart/2005/8/layout/vList2"/>
    <dgm:cxn modelId="{17DCF2D4-5DC3-4FB5-861A-3304CFA35EA9}" srcId="{CD4DF098-087C-4569-8B95-7B3004EC4B89}" destId="{DC7A03A6-F865-4331-B7D9-B7305A723E9A}" srcOrd="0" destOrd="0" parTransId="{A34C1395-1F62-4EDE-9816-9B1E9D19F711}" sibTransId="{0F6F1219-844E-4095-9F63-C0CE9F7CC3BF}"/>
    <dgm:cxn modelId="{E63898E2-FC72-4321-B0A8-DE917B536C7C}" srcId="{CD4DF098-087C-4569-8B95-7B3004EC4B89}" destId="{9E326519-6571-4C05-903C-762CDC1D81DD}" srcOrd="3" destOrd="0" parTransId="{1936272B-C420-4A3A-8BA9-E26844574DAE}" sibTransId="{4B581A32-264C-48BB-A5B7-7601BB80308E}"/>
    <dgm:cxn modelId="{12AF45E8-D064-4843-BF25-CFF56C62154B}" type="presOf" srcId="{1397DDF4-3CB3-4AB8-A5B9-9F4D9F580EBF}" destId="{57D4349A-E29F-F245-A366-04F7ECDF9A12}" srcOrd="0" destOrd="2" presId="urn:microsoft.com/office/officeart/2005/8/layout/vList2"/>
    <dgm:cxn modelId="{BF778903-4EFC-BC4F-9D4F-C4E20084B707}" type="presParOf" srcId="{C001A59E-E20B-BA4B-AB11-722E1D248E0B}" destId="{6C911DCE-7156-A749-955A-3EBD7779F5FA}" srcOrd="0" destOrd="0" presId="urn:microsoft.com/office/officeart/2005/8/layout/vList2"/>
    <dgm:cxn modelId="{82EB8001-A1C8-2F4A-8858-35CF8719428E}" type="presParOf" srcId="{C001A59E-E20B-BA4B-AB11-722E1D248E0B}" destId="{D85E3731-E260-A04A-A633-2BD3C2825DCD}" srcOrd="1" destOrd="0" presId="urn:microsoft.com/office/officeart/2005/8/layout/vList2"/>
    <dgm:cxn modelId="{07B4E3E5-FB8F-2549-929D-74B06A26C544}" type="presParOf" srcId="{C001A59E-E20B-BA4B-AB11-722E1D248E0B}" destId="{C7D34D1F-5364-FD46-9AD3-0C346D837419}" srcOrd="2" destOrd="0" presId="urn:microsoft.com/office/officeart/2005/8/layout/vList2"/>
    <dgm:cxn modelId="{589BE799-D27C-E142-8288-288BED71D892}" type="presParOf" srcId="{C001A59E-E20B-BA4B-AB11-722E1D248E0B}" destId="{2FE70334-2C26-A34B-93B5-C73D3872B3F4}" srcOrd="3" destOrd="0" presId="urn:microsoft.com/office/officeart/2005/8/layout/vList2"/>
    <dgm:cxn modelId="{D59AD234-698C-D44C-9CE6-9EBB6A630D63}" type="presParOf" srcId="{C001A59E-E20B-BA4B-AB11-722E1D248E0B}" destId="{AEA7B44E-F071-4F49-BFB1-DF9C40D8638C}" srcOrd="4" destOrd="0" presId="urn:microsoft.com/office/officeart/2005/8/layout/vList2"/>
    <dgm:cxn modelId="{965C384A-D539-1143-90DA-023204BA0D1C}" type="presParOf" srcId="{C001A59E-E20B-BA4B-AB11-722E1D248E0B}" destId="{72F5A9E1-3949-0A42-A5C5-53B1B714F896}" srcOrd="5" destOrd="0" presId="urn:microsoft.com/office/officeart/2005/8/layout/vList2"/>
    <dgm:cxn modelId="{7D54A7A2-8095-3A43-88B6-1CF88488CF3B}" type="presParOf" srcId="{C001A59E-E20B-BA4B-AB11-722E1D248E0B}" destId="{18F29B53-E0D5-0341-BB78-91FDB9C1CED0}" srcOrd="6" destOrd="0" presId="urn:microsoft.com/office/officeart/2005/8/layout/vList2"/>
    <dgm:cxn modelId="{43622C0A-8BDA-E04F-AFA2-217DDC6D4CB5}" type="presParOf" srcId="{C001A59E-E20B-BA4B-AB11-722E1D248E0B}" destId="{57D4349A-E29F-F245-A366-04F7ECDF9A12}" srcOrd="7" destOrd="0" presId="urn:microsoft.com/office/officeart/2005/8/layout/vList2"/>
    <dgm:cxn modelId="{BFC9028D-3CE8-3640-AA95-178907AF42FC}" type="presParOf" srcId="{C001A59E-E20B-BA4B-AB11-722E1D248E0B}" destId="{F6C712A4-EF1A-DD47-B065-1CBB541FFB49}" srcOrd="8" destOrd="0" presId="urn:microsoft.com/office/officeart/2005/8/layout/vList2"/>
    <dgm:cxn modelId="{CCF7C3F7-CB1B-DD45-A422-DDCCEC13A216}" type="presParOf" srcId="{C001A59E-E20B-BA4B-AB11-722E1D248E0B}" destId="{AAC12566-26AD-8D4F-9029-B3A85D2498A7}" srcOrd="9" destOrd="0" presId="urn:microsoft.com/office/officeart/2005/8/layout/vList2"/>
    <dgm:cxn modelId="{53AE40AA-54B3-5E40-9A9D-1EBA0A5995FA}" type="presParOf" srcId="{C001A59E-E20B-BA4B-AB11-722E1D248E0B}" destId="{351FFD34-0C64-3749-ABDC-12D0C939775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3C0E058-00CD-4D98-9EC6-75A1F2A1A90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BFEB3E8-A5B2-401E-BDDB-BE0ED2E6A4D3}">
      <dgm:prSet/>
      <dgm:spPr/>
      <dgm:t>
        <a:bodyPr/>
        <a:lstStyle/>
        <a:p>
          <a:r>
            <a:rPr lang="en-US" b="1"/>
            <a:t>Trois Niveaux de Protection</a:t>
          </a:r>
          <a:endParaRPr lang="en-US"/>
        </a:p>
      </dgm:t>
    </dgm:pt>
    <dgm:pt modelId="{8FB2A267-D496-4A95-ACD1-44DD5E385384}" type="parTrans" cxnId="{006CF53B-2A9A-4363-94D5-842697212444}">
      <dgm:prSet/>
      <dgm:spPr/>
      <dgm:t>
        <a:bodyPr/>
        <a:lstStyle/>
        <a:p>
          <a:endParaRPr lang="en-US"/>
        </a:p>
      </dgm:t>
    </dgm:pt>
    <dgm:pt modelId="{4D005A34-827E-49DF-AC36-F2910664A8C0}" type="sibTrans" cxnId="{006CF53B-2A9A-4363-94D5-842697212444}">
      <dgm:prSet/>
      <dgm:spPr/>
      <dgm:t>
        <a:bodyPr/>
        <a:lstStyle/>
        <a:p>
          <a:endParaRPr lang="en-US"/>
        </a:p>
      </dgm:t>
    </dgm:pt>
    <dgm:pt modelId="{8F218606-93EF-4A0E-93A9-4693C29803EE}">
      <dgm:prSet/>
      <dgm:spPr/>
      <dgm:t>
        <a:bodyPr/>
        <a:lstStyle/>
        <a:p>
          <a:r>
            <a:rPr lang="en-US" b="1"/>
            <a:t>1. Contrôle de flux Shiny</a:t>
          </a:r>
          <a:endParaRPr lang="en-US"/>
        </a:p>
      </dgm:t>
    </dgm:pt>
    <dgm:pt modelId="{F760D547-5ACB-4A23-92C6-9EB888908824}" type="parTrans" cxnId="{5F2EBD8E-857C-4466-A9AB-09312ECBEBD6}">
      <dgm:prSet/>
      <dgm:spPr/>
      <dgm:t>
        <a:bodyPr/>
        <a:lstStyle/>
        <a:p>
          <a:endParaRPr lang="en-US"/>
        </a:p>
      </dgm:t>
    </dgm:pt>
    <dgm:pt modelId="{539AD057-275F-4420-874C-BCC0607E732C}" type="sibTrans" cxnId="{5F2EBD8E-857C-4466-A9AB-09312ECBEBD6}">
      <dgm:prSet/>
      <dgm:spPr/>
      <dgm:t>
        <a:bodyPr/>
        <a:lstStyle/>
        <a:p>
          <a:endParaRPr lang="en-US"/>
        </a:p>
      </dgm:t>
    </dgm:pt>
    <dgm:pt modelId="{18D0F0EC-B1D0-4B39-99C1-E2B53673FBBA}">
      <dgm:prSet/>
      <dgm:spPr/>
      <dgm:t>
        <a:bodyPr/>
        <a:lstStyle/>
        <a:p>
          <a:r>
            <a:rPr lang="en-US"/>
            <a:t>Pause automatique si données invalides</a:t>
          </a:r>
        </a:p>
      </dgm:t>
    </dgm:pt>
    <dgm:pt modelId="{2F7D1282-E63D-4D85-9EBE-D1D8B72C3130}" type="parTrans" cxnId="{7850B01E-A96F-45F2-BF37-229151FBB477}">
      <dgm:prSet/>
      <dgm:spPr/>
      <dgm:t>
        <a:bodyPr/>
        <a:lstStyle/>
        <a:p>
          <a:endParaRPr lang="en-US"/>
        </a:p>
      </dgm:t>
    </dgm:pt>
    <dgm:pt modelId="{2E79F9DD-14C7-4420-9B1B-252B5136AA4E}" type="sibTrans" cxnId="{7850B01E-A96F-45F2-BF37-229151FBB477}">
      <dgm:prSet/>
      <dgm:spPr/>
      <dgm:t>
        <a:bodyPr/>
        <a:lstStyle/>
        <a:p>
          <a:endParaRPr lang="en-US"/>
        </a:p>
      </dgm:t>
    </dgm:pt>
    <dgm:pt modelId="{7D80EE0C-72D1-4D57-BFE3-9A06C78692FF}">
      <dgm:prSet/>
      <dgm:spPr/>
      <dgm:t>
        <a:bodyPr/>
        <a:lstStyle/>
        <a:p>
          <a:r>
            <a:rPr lang="en-US"/>
            <a:t>Messages d’erreur clairs en français</a:t>
          </a:r>
        </a:p>
      </dgm:t>
    </dgm:pt>
    <dgm:pt modelId="{FFCCC07A-A92F-404F-8E25-118D7553C289}" type="parTrans" cxnId="{F186C90C-BEA7-4FF2-A6E3-C3DF37FC3607}">
      <dgm:prSet/>
      <dgm:spPr/>
      <dgm:t>
        <a:bodyPr/>
        <a:lstStyle/>
        <a:p>
          <a:endParaRPr lang="en-US"/>
        </a:p>
      </dgm:t>
    </dgm:pt>
    <dgm:pt modelId="{D8EDA5E0-86F3-47B2-97C1-01A3460C9C85}" type="sibTrans" cxnId="{F186C90C-BEA7-4FF2-A6E3-C3DF37FC3607}">
      <dgm:prSet/>
      <dgm:spPr/>
      <dgm:t>
        <a:bodyPr/>
        <a:lstStyle/>
        <a:p>
          <a:endParaRPr lang="en-US"/>
        </a:p>
      </dgm:t>
    </dgm:pt>
    <dgm:pt modelId="{FA2DDE69-F39E-49E3-851A-FFF5782F03FF}">
      <dgm:prSet/>
      <dgm:spPr/>
      <dgm:t>
        <a:bodyPr/>
        <a:lstStyle/>
        <a:p>
          <a:r>
            <a:rPr lang="en-US"/>
            <a:t>Expérience utilisateur professionnelle</a:t>
          </a:r>
        </a:p>
      </dgm:t>
    </dgm:pt>
    <dgm:pt modelId="{215039F0-0F3A-48FD-902A-BE650150A647}" type="parTrans" cxnId="{AD3633C1-E12D-4A6C-B741-5BD4F390E0BE}">
      <dgm:prSet/>
      <dgm:spPr/>
      <dgm:t>
        <a:bodyPr/>
        <a:lstStyle/>
        <a:p>
          <a:endParaRPr lang="en-US"/>
        </a:p>
      </dgm:t>
    </dgm:pt>
    <dgm:pt modelId="{21FC8578-ACB8-4472-8BCF-11D7E534401B}" type="sibTrans" cxnId="{AD3633C1-E12D-4A6C-B741-5BD4F390E0BE}">
      <dgm:prSet/>
      <dgm:spPr/>
      <dgm:t>
        <a:bodyPr/>
        <a:lstStyle/>
        <a:p>
          <a:endParaRPr lang="en-US"/>
        </a:p>
      </dgm:t>
    </dgm:pt>
    <dgm:pt modelId="{6C44F0A8-755B-421D-8669-88EABB75903D}">
      <dgm:prSet/>
      <dgm:spPr/>
      <dgm:t>
        <a:bodyPr/>
        <a:lstStyle/>
        <a:p>
          <a:r>
            <a:rPr lang="en-US" b="1"/>
            <a:t>2. Formatage des sorties</a:t>
          </a:r>
          <a:endParaRPr lang="en-US"/>
        </a:p>
      </dgm:t>
    </dgm:pt>
    <dgm:pt modelId="{6CBD91F5-76CE-4E86-A7B7-396F65F4FEED}" type="parTrans" cxnId="{2193249F-7D5D-44E1-9C73-4D5E1054E84D}">
      <dgm:prSet/>
      <dgm:spPr/>
      <dgm:t>
        <a:bodyPr/>
        <a:lstStyle/>
        <a:p>
          <a:endParaRPr lang="en-US"/>
        </a:p>
      </dgm:t>
    </dgm:pt>
    <dgm:pt modelId="{591BA790-6225-4AF3-BD08-7238BBA1FEE7}" type="sibTrans" cxnId="{2193249F-7D5D-44E1-9C73-4D5E1054E84D}">
      <dgm:prSet/>
      <dgm:spPr/>
      <dgm:t>
        <a:bodyPr/>
        <a:lstStyle/>
        <a:p>
          <a:endParaRPr lang="en-US"/>
        </a:p>
      </dgm:t>
    </dgm:pt>
    <dgm:pt modelId="{C4D38C57-C715-41EE-9195-553B24EC2070}">
      <dgm:prSet/>
      <dgm:spPr/>
      <dgm:t>
        <a:bodyPr/>
        <a:lstStyle/>
        <a:p>
          <a:r>
            <a:rPr lang="en-US"/>
            <a:t>Arrondi automatique à 2 décimales</a:t>
          </a:r>
        </a:p>
      </dgm:t>
    </dgm:pt>
    <dgm:pt modelId="{A9159540-277C-476F-8D8E-7310D05FFD5E}" type="parTrans" cxnId="{C8B9F6DC-0690-4847-A542-2422DE6DA533}">
      <dgm:prSet/>
      <dgm:spPr/>
      <dgm:t>
        <a:bodyPr/>
        <a:lstStyle/>
        <a:p>
          <a:endParaRPr lang="en-US"/>
        </a:p>
      </dgm:t>
    </dgm:pt>
    <dgm:pt modelId="{36945E08-254A-4E20-99CA-7B228388E29D}" type="sibTrans" cxnId="{C8B9F6DC-0690-4847-A542-2422DE6DA533}">
      <dgm:prSet/>
      <dgm:spPr/>
      <dgm:t>
        <a:bodyPr/>
        <a:lstStyle/>
        <a:p>
          <a:endParaRPr lang="en-US"/>
        </a:p>
      </dgm:t>
    </dgm:pt>
    <dgm:pt modelId="{B85EC27C-E7BE-4F4B-9D33-9BEC5465C64D}">
      <dgm:prSet/>
      <dgm:spPr/>
      <dgm:t>
        <a:bodyPr/>
        <a:lstStyle/>
        <a:p>
          <a:r>
            <a:rPr lang="en-US"/>
            <a:t>Symbole euro automatique</a:t>
          </a:r>
        </a:p>
      </dgm:t>
    </dgm:pt>
    <dgm:pt modelId="{71220CE1-5239-4FB7-BB66-DF3B09EBB0B1}" type="parTrans" cxnId="{2DF41E9E-8782-478D-AAF2-D3BEB9FE6852}">
      <dgm:prSet/>
      <dgm:spPr/>
      <dgm:t>
        <a:bodyPr/>
        <a:lstStyle/>
        <a:p>
          <a:endParaRPr lang="en-US"/>
        </a:p>
      </dgm:t>
    </dgm:pt>
    <dgm:pt modelId="{C41ABD74-0A42-419D-955B-8C03BC7AD3AF}" type="sibTrans" cxnId="{2DF41E9E-8782-478D-AAF2-D3BEB9FE6852}">
      <dgm:prSet/>
      <dgm:spPr/>
      <dgm:t>
        <a:bodyPr/>
        <a:lstStyle/>
        <a:p>
          <a:endParaRPr lang="en-US"/>
        </a:p>
      </dgm:t>
    </dgm:pt>
    <dgm:pt modelId="{1520AB64-EBD1-416A-A81E-450683724DFB}">
      <dgm:prSet/>
      <dgm:spPr/>
      <dgm:t>
        <a:bodyPr/>
        <a:lstStyle/>
        <a:p>
          <a:r>
            <a:rPr lang="en-US"/>
            <a:t>Alignement optimal des tableaux</a:t>
          </a:r>
        </a:p>
      </dgm:t>
    </dgm:pt>
    <dgm:pt modelId="{BFAE0795-EAC0-4C91-A12E-A0379D45FF83}" type="parTrans" cxnId="{3C04B801-7432-40C6-A5C9-CCDD7F32931A}">
      <dgm:prSet/>
      <dgm:spPr/>
      <dgm:t>
        <a:bodyPr/>
        <a:lstStyle/>
        <a:p>
          <a:endParaRPr lang="en-US"/>
        </a:p>
      </dgm:t>
    </dgm:pt>
    <dgm:pt modelId="{3C65CF16-F44E-4B4F-ADEF-82896E71E65A}" type="sibTrans" cxnId="{3C04B801-7432-40C6-A5C9-CCDD7F32931A}">
      <dgm:prSet/>
      <dgm:spPr/>
      <dgm:t>
        <a:bodyPr/>
        <a:lstStyle/>
        <a:p>
          <a:endParaRPr lang="en-US"/>
        </a:p>
      </dgm:t>
    </dgm:pt>
    <dgm:pt modelId="{8C33ED21-F8A9-384E-8A3C-026ECF9F1EBB}" type="pres">
      <dgm:prSet presAssocID="{A3C0E058-00CD-4D98-9EC6-75A1F2A1A903}" presName="linear" presStyleCnt="0">
        <dgm:presLayoutVars>
          <dgm:animLvl val="lvl"/>
          <dgm:resizeHandles val="exact"/>
        </dgm:presLayoutVars>
      </dgm:prSet>
      <dgm:spPr/>
    </dgm:pt>
    <dgm:pt modelId="{0B1271B5-E7BB-C440-BBCB-07DAD471AA78}" type="pres">
      <dgm:prSet presAssocID="{8BFEB3E8-A5B2-401E-BDDB-BE0ED2E6A4D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C87AD17-8B63-5D4F-AB9E-E92B2AF3F4CF}" type="pres">
      <dgm:prSet presAssocID="{4D005A34-827E-49DF-AC36-F2910664A8C0}" presName="spacer" presStyleCnt="0"/>
      <dgm:spPr/>
    </dgm:pt>
    <dgm:pt modelId="{20F8F598-EAF3-3E48-99ED-1CE5EA13F9FD}" type="pres">
      <dgm:prSet presAssocID="{8F218606-93EF-4A0E-93A9-4693C29803E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FEAB07B-FCDE-6345-B0C4-4E43CB7A3529}" type="pres">
      <dgm:prSet presAssocID="{8F218606-93EF-4A0E-93A9-4693C29803EE}" presName="childText" presStyleLbl="revTx" presStyleIdx="0" presStyleCnt="2">
        <dgm:presLayoutVars>
          <dgm:bulletEnabled val="1"/>
        </dgm:presLayoutVars>
      </dgm:prSet>
      <dgm:spPr/>
    </dgm:pt>
    <dgm:pt modelId="{43C82D9B-8B18-9A46-A1FB-E2CC602BF8C5}" type="pres">
      <dgm:prSet presAssocID="{6C44F0A8-755B-421D-8669-88EABB75903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A76E1FB-A1C7-6F42-9592-CBAD4F26DEAD}" type="pres">
      <dgm:prSet presAssocID="{6C44F0A8-755B-421D-8669-88EABB75903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C04B801-7432-40C6-A5C9-CCDD7F32931A}" srcId="{6C44F0A8-755B-421D-8669-88EABB75903D}" destId="{1520AB64-EBD1-416A-A81E-450683724DFB}" srcOrd="2" destOrd="0" parTransId="{BFAE0795-EAC0-4C91-A12E-A0379D45FF83}" sibTransId="{3C65CF16-F44E-4B4F-ADEF-82896E71E65A}"/>
    <dgm:cxn modelId="{68270007-B63D-CE4B-BFAF-C7A9FE8DE09D}" type="presOf" srcId="{1520AB64-EBD1-416A-A81E-450683724DFB}" destId="{9A76E1FB-A1C7-6F42-9592-CBAD4F26DEAD}" srcOrd="0" destOrd="2" presId="urn:microsoft.com/office/officeart/2005/8/layout/vList2"/>
    <dgm:cxn modelId="{8110620B-FB00-2E47-878E-B70149D9EA9A}" type="presOf" srcId="{6C44F0A8-755B-421D-8669-88EABB75903D}" destId="{43C82D9B-8B18-9A46-A1FB-E2CC602BF8C5}" srcOrd="0" destOrd="0" presId="urn:microsoft.com/office/officeart/2005/8/layout/vList2"/>
    <dgm:cxn modelId="{F186C90C-BEA7-4FF2-A6E3-C3DF37FC3607}" srcId="{8F218606-93EF-4A0E-93A9-4693C29803EE}" destId="{7D80EE0C-72D1-4D57-BFE3-9A06C78692FF}" srcOrd="1" destOrd="0" parTransId="{FFCCC07A-A92F-404F-8E25-118D7553C289}" sibTransId="{D8EDA5E0-86F3-47B2-97C1-01A3460C9C85}"/>
    <dgm:cxn modelId="{BD321113-48BD-B54C-98B1-BCCD7CDE2F2F}" type="presOf" srcId="{B85EC27C-E7BE-4F4B-9D33-9BEC5465C64D}" destId="{9A76E1FB-A1C7-6F42-9592-CBAD4F26DEAD}" srcOrd="0" destOrd="1" presId="urn:microsoft.com/office/officeart/2005/8/layout/vList2"/>
    <dgm:cxn modelId="{7850B01E-A96F-45F2-BF37-229151FBB477}" srcId="{8F218606-93EF-4A0E-93A9-4693C29803EE}" destId="{18D0F0EC-B1D0-4B39-99C1-E2B53673FBBA}" srcOrd="0" destOrd="0" parTransId="{2F7D1282-E63D-4D85-9EBE-D1D8B72C3130}" sibTransId="{2E79F9DD-14C7-4420-9B1B-252B5136AA4E}"/>
    <dgm:cxn modelId="{006CF53B-2A9A-4363-94D5-842697212444}" srcId="{A3C0E058-00CD-4D98-9EC6-75A1F2A1A903}" destId="{8BFEB3E8-A5B2-401E-BDDB-BE0ED2E6A4D3}" srcOrd="0" destOrd="0" parTransId="{8FB2A267-D496-4A95-ACD1-44DD5E385384}" sibTransId="{4D005A34-827E-49DF-AC36-F2910664A8C0}"/>
    <dgm:cxn modelId="{C98D3242-9348-C745-B000-16BA3A23D67A}" type="presOf" srcId="{18D0F0EC-B1D0-4B39-99C1-E2B53673FBBA}" destId="{7FEAB07B-FCDE-6345-B0C4-4E43CB7A3529}" srcOrd="0" destOrd="0" presId="urn:microsoft.com/office/officeart/2005/8/layout/vList2"/>
    <dgm:cxn modelId="{5F2EBD8E-857C-4466-A9AB-09312ECBEBD6}" srcId="{A3C0E058-00CD-4D98-9EC6-75A1F2A1A903}" destId="{8F218606-93EF-4A0E-93A9-4693C29803EE}" srcOrd="1" destOrd="0" parTransId="{F760D547-5ACB-4A23-92C6-9EB888908824}" sibTransId="{539AD057-275F-4420-874C-BCC0607E732C}"/>
    <dgm:cxn modelId="{49DA808F-4E40-764D-BF69-E85339FFDE64}" type="presOf" srcId="{FA2DDE69-F39E-49E3-851A-FFF5782F03FF}" destId="{7FEAB07B-FCDE-6345-B0C4-4E43CB7A3529}" srcOrd="0" destOrd="2" presId="urn:microsoft.com/office/officeart/2005/8/layout/vList2"/>
    <dgm:cxn modelId="{2DF41E9E-8782-478D-AAF2-D3BEB9FE6852}" srcId="{6C44F0A8-755B-421D-8669-88EABB75903D}" destId="{B85EC27C-E7BE-4F4B-9D33-9BEC5465C64D}" srcOrd="1" destOrd="0" parTransId="{71220CE1-5239-4FB7-BB66-DF3B09EBB0B1}" sibTransId="{C41ABD74-0A42-419D-955B-8C03BC7AD3AF}"/>
    <dgm:cxn modelId="{2193249F-7D5D-44E1-9C73-4D5E1054E84D}" srcId="{A3C0E058-00CD-4D98-9EC6-75A1F2A1A903}" destId="{6C44F0A8-755B-421D-8669-88EABB75903D}" srcOrd="2" destOrd="0" parTransId="{6CBD91F5-76CE-4E86-A7B7-396F65F4FEED}" sibTransId="{591BA790-6225-4AF3-BD08-7238BBA1FEE7}"/>
    <dgm:cxn modelId="{AD3633C1-E12D-4A6C-B741-5BD4F390E0BE}" srcId="{8F218606-93EF-4A0E-93A9-4693C29803EE}" destId="{FA2DDE69-F39E-49E3-851A-FFF5782F03FF}" srcOrd="2" destOrd="0" parTransId="{215039F0-0F3A-48FD-902A-BE650150A647}" sibTransId="{21FC8578-ACB8-4472-8BCF-11D7E534401B}"/>
    <dgm:cxn modelId="{15FAA0CA-0217-5C42-8938-6DDBF56A1402}" type="presOf" srcId="{7D80EE0C-72D1-4D57-BFE3-9A06C78692FF}" destId="{7FEAB07B-FCDE-6345-B0C4-4E43CB7A3529}" srcOrd="0" destOrd="1" presId="urn:microsoft.com/office/officeart/2005/8/layout/vList2"/>
    <dgm:cxn modelId="{46C374D6-60E1-FD48-8B2A-B3C43576695D}" type="presOf" srcId="{8F218606-93EF-4A0E-93A9-4693C29803EE}" destId="{20F8F598-EAF3-3E48-99ED-1CE5EA13F9FD}" srcOrd="0" destOrd="0" presId="urn:microsoft.com/office/officeart/2005/8/layout/vList2"/>
    <dgm:cxn modelId="{AAB7CED9-620E-4E4D-9345-E797C76395E8}" type="presOf" srcId="{8BFEB3E8-A5B2-401E-BDDB-BE0ED2E6A4D3}" destId="{0B1271B5-E7BB-C440-BBCB-07DAD471AA78}" srcOrd="0" destOrd="0" presId="urn:microsoft.com/office/officeart/2005/8/layout/vList2"/>
    <dgm:cxn modelId="{C8B9F6DC-0690-4847-A542-2422DE6DA533}" srcId="{6C44F0A8-755B-421D-8669-88EABB75903D}" destId="{C4D38C57-C715-41EE-9195-553B24EC2070}" srcOrd="0" destOrd="0" parTransId="{A9159540-277C-476F-8D8E-7310D05FFD5E}" sibTransId="{36945E08-254A-4E20-99CA-7B228388E29D}"/>
    <dgm:cxn modelId="{8E4DB8ED-A012-BA48-973A-6926E75C383B}" type="presOf" srcId="{A3C0E058-00CD-4D98-9EC6-75A1F2A1A903}" destId="{8C33ED21-F8A9-384E-8A3C-026ECF9F1EBB}" srcOrd="0" destOrd="0" presId="urn:microsoft.com/office/officeart/2005/8/layout/vList2"/>
    <dgm:cxn modelId="{C3294CF3-FE46-CF4B-A7F2-4E714B2EB90C}" type="presOf" srcId="{C4D38C57-C715-41EE-9195-553B24EC2070}" destId="{9A76E1FB-A1C7-6F42-9592-CBAD4F26DEAD}" srcOrd="0" destOrd="0" presId="urn:microsoft.com/office/officeart/2005/8/layout/vList2"/>
    <dgm:cxn modelId="{C64F8A3C-95EE-4D4C-983B-9BAAF3A7C717}" type="presParOf" srcId="{8C33ED21-F8A9-384E-8A3C-026ECF9F1EBB}" destId="{0B1271B5-E7BB-C440-BBCB-07DAD471AA78}" srcOrd="0" destOrd="0" presId="urn:microsoft.com/office/officeart/2005/8/layout/vList2"/>
    <dgm:cxn modelId="{59A973F5-E2F9-DF4F-8861-105660AA2AE2}" type="presParOf" srcId="{8C33ED21-F8A9-384E-8A3C-026ECF9F1EBB}" destId="{9C87AD17-8B63-5D4F-AB9E-E92B2AF3F4CF}" srcOrd="1" destOrd="0" presId="urn:microsoft.com/office/officeart/2005/8/layout/vList2"/>
    <dgm:cxn modelId="{04DF6F7B-74C5-2A4B-959E-90CA290C1838}" type="presParOf" srcId="{8C33ED21-F8A9-384E-8A3C-026ECF9F1EBB}" destId="{20F8F598-EAF3-3E48-99ED-1CE5EA13F9FD}" srcOrd="2" destOrd="0" presId="urn:microsoft.com/office/officeart/2005/8/layout/vList2"/>
    <dgm:cxn modelId="{BCAAF113-08F6-794B-9524-CEB37B4808F1}" type="presParOf" srcId="{8C33ED21-F8A9-384E-8A3C-026ECF9F1EBB}" destId="{7FEAB07B-FCDE-6345-B0C4-4E43CB7A3529}" srcOrd="3" destOrd="0" presId="urn:microsoft.com/office/officeart/2005/8/layout/vList2"/>
    <dgm:cxn modelId="{F8905231-EBAB-4A4B-BB2E-051F59B3D24D}" type="presParOf" srcId="{8C33ED21-F8A9-384E-8A3C-026ECF9F1EBB}" destId="{43C82D9B-8B18-9A46-A1FB-E2CC602BF8C5}" srcOrd="4" destOrd="0" presId="urn:microsoft.com/office/officeart/2005/8/layout/vList2"/>
    <dgm:cxn modelId="{A1BB2441-5CDB-114E-860E-A877191862DB}" type="presParOf" srcId="{8C33ED21-F8A9-384E-8A3C-026ECF9F1EBB}" destId="{9A76E1FB-A1C7-6F42-9592-CBAD4F26DEA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F2482D2-F335-4725-9CE3-74611659AE0E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C82A45A-5090-403B-9947-53F5DC06A07F}">
      <dgm:prSet/>
      <dgm:spPr/>
      <dgm:t>
        <a:bodyPr/>
        <a:lstStyle/>
        <a:p>
          <a:r>
            <a:rPr lang="en-US" b="1"/>
            <a:t>Objectifs atteints</a:t>
          </a:r>
          <a:endParaRPr lang="en-US"/>
        </a:p>
      </dgm:t>
    </dgm:pt>
    <dgm:pt modelId="{7CB7653E-4D2E-4C88-99B3-95ADD30543A3}" type="parTrans" cxnId="{50721A6E-FCDF-4A12-A6B3-14652E9B959B}">
      <dgm:prSet/>
      <dgm:spPr/>
      <dgm:t>
        <a:bodyPr/>
        <a:lstStyle/>
        <a:p>
          <a:endParaRPr lang="en-US"/>
        </a:p>
      </dgm:t>
    </dgm:pt>
    <dgm:pt modelId="{C8FF40DD-4ABB-41A9-97DC-FFEC62F16D59}" type="sibTrans" cxnId="{50721A6E-FCDF-4A12-A6B3-14652E9B959B}">
      <dgm:prSet/>
      <dgm:spPr/>
      <dgm:t>
        <a:bodyPr/>
        <a:lstStyle/>
        <a:p>
          <a:endParaRPr lang="en-US"/>
        </a:p>
      </dgm:t>
    </dgm:pt>
    <dgm:pt modelId="{D69769FB-B021-428B-B43F-15FC47F71822}">
      <dgm:prSet/>
      <dgm:spPr/>
      <dgm:t>
        <a:bodyPr/>
        <a:lstStyle/>
        <a:p>
          <a:r>
            <a:rPr lang="en-US"/>
            <a:t>Application Shiny fonctionnelle et déployée</a:t>
          </a:r>
        </a:p>
      </dgm:t>
    </dgm:pt>
    <dgm:pt modelId="{054042A9-7C9D-4CBE-BCCE-2B6BD27A6BEA}" type="parTrans" cxnId="{7C52D61D-354A-4F84-ABEF-7074ECE8FDBF}">
      <dgm:prSet/>
      <dgm:spPr/>
      <dgm:t>
        <a:bodyPr/>
        <a:lstStyle/>
        <a:p>
          <a:endParaRPr lang="en-US"/>
        </a:p>
      </dgm:t>
    </dgm:pt>
    <dgm:pt modelId="{6FC5CB83-222A-44FD-B265-485BF4E89D9D}" type="sibTrans" cxnId="{7C52D61D-354A-4F84-ABEF-7074ECE8FDBF}">
      <dgm:prSet/>
      <dgm:spPr/>
      <dgm:t>
        <a:bodyPr/>
        <a:lstStyle/>
        <a:p>
          <a:endParaRPr lang="en-US"/>
        </a:p>
      </dgm:t>
    </dgm:pt>
    <dgm:pt modelId="{197C7AF2-BFC5-4EC8-A463-B2C98F1888B3}">
      <dgm:prSet/>
      <dgm:spPr/>
      <dgm:t>
        <a:bodyPr/>
        <a:lstStyle/>
        <a:p>
          <a:r>
            <a:rPr lang="en-US"/>
            <a:t>5 fonctions principales robustes</a:t>
          </a:r>
        </a:p>
      </dgm:t>
    </dgm:pt>
    <dgm:pt modelId="{FE7D9705-1627-4178-B660-52580B86AA51}" type="parTrans" cxnId="{78650B0B-57EE-4ACA-8574-A508C0E3D73C}">
      <dgm:prSet/>
      <dgm:spPr/>
      <dgm:t>
        <a:bodyPr/>
        <a:lstStyle/>
        <a:p>
          <a:endParaRPr lang="en-US"/>
        </a:p>
      </dgm:t>
    </dgm:pt>
    <dgm:pt modelId="{EDCE6F03-F3AA-4DED-8704-BFB405DF3052}" type="sibTrans" cxnId="{78650B0B-57EE-4ACA-8574-A508C0E3D73C}">
      <dgm:prSet/>
      <dgm:spPr/>
      <dgm:t>
        <a:bodyPr/>
        <a:lstStyle/>
        <a:p>
          <a:endParaRPr lang="en-US"/>
        </a:p>
      </dgm:t>
    </dgm:pt>
    <dgm:pt modelId="{1C21C495-00B0-4048-94B9-8172FFC5C499}">
      <dgm:prSet/>
      <dgm:spPr/>
      <dgm:t>
        <a:bodyPr/>
        <a:lstStyle/>
        <a:p>
          <a:r>
            <a:rPr lang="en-US"/>
            <a:t>Interface utilisateur intuitive</a:t>
          </a:r>
        </a:p>
      </dgm:t>
    </dgm:pt>
    <dgm:pt modelId="{E6B3C1C4-EE25-41B9-94CE-90CDB55C963E}" type="parTrans" cxnId="{1F5834B5-CA0A-4DFE-8F76-BF92EC6B0B1F}">
      <dgm:prSet/>
      <dgm:spPr/>
      <dgm:t>
        <a:bodyPr/>
        <a:lstStyle/>
        <a:p>
          <a:endParaRPr lang="en-US"/>
        </a:p>
      </dgm:t>
    </dgm:pt>
    <dgm:pt modelId="{C5ADE621-EFA7-4775-9D20-CA33B8AF2732}" type="sibTrans" cxnId="{1F5834B5-CA0A-4DFE-8F76-BF92EC6B0B1F}">
      <dgm:prSet/>
      <dgm:spPr/>
      <dgm:t>
        <a:bodyPr/>
        <a:lstStyle/>
        <a:p>
          <a:endParaRPr lang="en-US"/>
        </a:p>
      </dgm:t>
    </dgm:pt>
    <dgm:pt modelId="{075012EA-1521-466E-BA57-8288A13F917E}">
      <dgm:prSet/>
      <dgm:spPr/>
      <dgm:t>
        <a:bodyPr/>
        <a:lstStyle/>
        <a:p>
          <a:r>
            <a:rPr lang="en-US"/>
            <a:t>Détection automatique des découverts</a:t>
          </a:r>
        </a:p>
      </dgm:t>
    </dgm:pt>
    <dgm:pt modelId="{0A42F7B9-CC2F-4219-B66D-8447E80EF6BD}" type="parTrans" cxnId="{A17021B0-A8B3-43EF-80A8-D3A36B2BA0FA}">
      <dgm:prSet/>
      <dgm:spPr/>
      <dgm:t>
        <a:bodyPr/>
        <a:lstStyle/>
        <a:p>
          <a:endParaRPr lang="en-US"/>
        </a:p>
      </dgm:t>
    </dgm:pt>
    <dgm:pt modelId="{26851839-7894-498B-A28B-A6F8328143BE}" type="sibTrans" cxnId="{A17021B0-A8B3-43EF-80A8-D3A36B2BA0FA}">
      <dgm:prSet/>
      <dgm:spPr/>
      <dgm:t>
        <a:bodyPr/>
        <a:lstStyle/>
        <a:p>
          <a:endParaRPr lang="en-US"/>
        </a:p>
      </dgm:t>
    </dgm:pt>
    <dgm:pt modelId="{20711060-696F-4463-B43E-2E4034A6B87C}">
      <dgm:prSet/>
      <dgm:spPr/>
      <dgm:t>
        <a:bodyPr/>
        <a:lstStyle/>
        <a:p>
          <a:r>
            <a:rPr lang="en-US"/>
            <a:t>Prédiction ML sur 30 jours</a:t>
          </a:r>
        </a:p>
      </dgm:t>
    </dgm:pt>
    <dgm:pt modelId="{B6305B52-DFA1-4339-926B-669746CEE591}" type="parTrans" cxnId="{3AAD2106-E0EE-44D9-924D-9DEBCAE5F5E8}">
      <dgm:prSet/>
      <dgm:spPr/>
      <dgm:t>
        <a:bodyPr/>
        <a:lstStyle/>
        <a:p>
          <a:endParaRPr lang="en-US"/>
        </a:p>
      </dgm:t>
    </dgm:pt>
    <dgm:pt modelId="{F9C0E3B9-FAD9-4344-8F41-FA320E2E0B85}" type="sibTrans" cxnId="{3AAD2106-E0EE-44D9-924D-9DEBCAE5F5E8}">
      <dgm:prSet/>
      <dgm:spPr/>
      <dgm:t>
        <a:bodyPr/>
        <a:lstStyle/>
        <a:p>
          <a:endParaRPr lang="en-US"/>
        </a:p>
      </dgm:t>
    </dgm:pt>
    <dgm:pt modelId="{D80F8976-9C1C-40D5-954E-C7E80B4C6B7C}">
      <dgm:prSet/>
      <dgm:spPr/>
      <dgm:t>
        <a:bodyPr/>
        <a:lstStyle/>
        <a:p>
          <a:r>
            <a:rPr lang="en-US"/>
            <a:t>Tests unitaires complets (8/8)</a:t>
          </a:r>
        </a:p>
      </dgm:t>
    </dgm:pt>
    <dgm:pt modelId="{740D8981-E13F-4434-9871-C013C1272225}" type="parTrans" cxnId="{2B9E7588-7231-460B-B3D4-19126F13A015}">
      <dgm:prSet/>
      <dgm:spPr/>
      <dgm:t>
        <a:bodyPr/>
        <a:lstStyle/>
        <a:p>
          <a:endParaRPr lang="en-US"/>
        </a:p>
      </dgm:t>
    </dgm:pt>
    <dgm:pt modelId="{62F7561E-366B-43D4-A89F-73B1C4A3FBD3}" type="sibTrans" cxnId="{2B9E7588-7231-460B-B3D4-19126F13A015}">
      <dgm:prSet/>
      <dgm:spPr/>
      <dgm:t>
        <a:bodyPr/>
        <a:lstStyle/>
        <a:p>
          <a:endParaRPr lang="en-US"/>
        </a:p>
      </dgm:t>
    </dgm:pt>
    <dgm:pt modelId="{035A0E46-7CB7-41DF-823A-7FF6C683F73E}">
      <dgm:prSet/>
      <dgm:spPr/>
      <dgm:t>
        <a:bodyPr/>
        <a:lstStyle/>
        <a:p>
          <a:r>
            <a:rPr lang="en-US"/>
            <a:t>Documentation exhaustive</a:t>
          </a:r>
        </a:p>
      </dgm:t>
    </dgm:pt>
    <dgm:pt modelId="{85768314-1CBA-4990-ACD5-13365198F72F}" type="parTrans" cxnId="{F01445A4-4E9A-4140-A4D4-2D7FF2A894B7}">
      <dgm:prSet/>
      <dgm:spPr/>
      <dgm:t>
        <a:bodyPr/>
        <a:lstStyle/>
        <a:p>
          <a:endParaRPr lang="en-US"/>
        </a:p>
      </dgm:t>
    </dgm:pt>
    <dgm:pt modelId="{EA5E756A-C944-42E1-B496-BD1A71A1B0B1}" type="sibTrans" cxnId="{F01445A4-4E9A-4140-A4D4-2D7FF2A894B7}">
      <dgm:prSet/>
      <dgm:spPr/>
      <dgm:t>
        <a:bodyPr/>
        <a:lstStyle/>
        <a:p>
          <a:endParaRPr lang="en-US"/>
        </a:p>
      </dgm:t>
    </dgm:pt>
    <dgm:pt modelId="{1B33A2CF-F386-4EF9-94B9-CDD884FD8FD0}">
      <dgm:prSet/>
      <dgm:spPr/>
      <dgm:t>
        <a:bodyPr/>
        <a:lstStyle/>
        <a:p>
          <a:r>
            <a:rPr lang="en-US" b="1"/>
            <a:t>Compétences développées</a:t>
          </a:r>
          <a:endParaRPr lang="en-US"/>
        </a:p>
      </dgm:t>
    </dgm:pt>
    <dgm:pt modelId="{4BD9A9C3-5179-4CA5-8D1F-76E3CB8AA402}" type="parTrans" cxnId="{8268789B-CEEF-4C7D-9515-A134A37F6FE2}">
      <dgm:prSet/>
      <dgm:spPr/>
      <dgm:t>
        <a:bodyPr/>
        <a:lstStyle/>
        <a:p>
          <a:endParaRPr lang="en-US"/>
        </a:p>
      </dgm:t>
    </dgm:pt>
    <dgm:pt modelId="{9D662601-DC55-41DA-973B-345F846D3E1F}" type="sibTrans" cxnId="{8268789B-CEEF-4C7D-9515-A134A37F6FE2}">
      <dgm:prSet/>
      <dgm:spPr/>
      <dgm:t>
        <a:bodyPr/>
        <a:lstStyle/>
        <a:p>
          <a:endParaRPr lang="en-US"/>
        </a:p>
      </dgm:t>
    </dgm:pt>
    <dgm:pt modelId="{97C06EC3-1860-499B-AD64-27B02988A4BE}">
      <dgm:prSet/>
      <dgm:spPr/>
      <dgm:t>
        <a:bodyPr/>
        <a:lstStyle/>
        <a:p>
          <a:r>
            <a:rPr lang="en-US"/>
            <a:t>Développement d’applications web avec R</a:t>
          </a:r>
        </a:p>
      </dgm:t>
    </dgm:pt>
    <dgm:pt modelId="{03F281B8-112E-4734-8DDF-8B079D4FA079}" type="parTrans" cxnId="{131CB1E3-005A-48B3-8C5A-CF5E3EDCCCAE}">
      <dgm:prSet/>
      <dgm:spPr/>
      <dgm:t>
        <a:bodyPr/>
        <a:lstStyle/>
        <a:p>
          <a:endParaRPr lang="en-US"/>
        </a:p>
      </dgm:t>
    </dgm:pt>
    <dgm:pt modelId="{091FE6E3-8FA0-4926-B826-567BFF401174}" type="sibTrans" cxnId="{131CB1E3-005A-48B3-8C5A-CF5E3EDCCCAE}">
      <dgm:prSet/>
      <dgm:spPr/>
      <dgm:t>
        <a:bodyPr/>
        <a:lstStyle/>
        <a:p>
          <a:endParaRPr lang="en-US"/>
        </a:p>
      </dgm:t>
    </dgm:pt>
    <dgm:pt modelId="{DCC814B3-5C22-4F4F-BA4B-8818E24E9F3B}">
      <dgm:prSet/>
      <dgm:spPr/>
      <dgm:t>
        <a:bodyPr/>
        <a:lstStyle/>
        <a:p>
          <a:r>
            <a:rPr lang="en-US"/>
            <a:t>Gestion avancée de données avec Tidyverse</a:t>
          </a:r>
        </a:p>
      </dgm:t>
    </dgm:pt>
    <dgm:pt modelId="{96264B4A-9C99-4145-9469-D1DC11E541F4}" type="parTrans" cxnId="{5A4A7B26-943F-4DE2-9C9D-53AD1A560C17}">
      <dgm:prSet/>
      <dgm:spPr/>
      <dgm:t>
        <a:bodyPr/>
        <a:lstStyle/>
        <a:p>
          <a:endParaRPr lang="en-US"/>
        </a:p>
      </dgm:t>
    </dgm:pt>
    <dgm:pt modelId="{5CCAAE52-DB4B-4276-A61A-47ABCC48E7D1}" type="sibTrans" cxnId="{5A4A7B26-943F-4DE2-9C9D-53AD1A560C17}">
      <dgm:prSet/>
      <dgm:spPr/>
      <dgm:t>
        <a:bodyPr/>
        <a:lstStyle/>
        <a:p>
          <a:endParaRPr lang="en-US"/>
        </a:p>
      </dgm:t>
    </dgm:pt>
    <dgm:pt modelId="{068545B4-9B29-45E3-8B7B-CA457A6C8626}">
      <dgm:prSet/>
      <dgm:spPr/>
      <dgm:t>
        <a:bodyPr/>
        <a:lstStyle/>
        <a:p>
          <a:r>
            <a:rPr lang="en-US"/>
            <a:t>Visualisation professionnelle avec ggplot2</a:t>
          </a:r>
        </a:p>
      </dgm:t>
    </dgm:pt>
    <dgm:pt modelId="{4424AE81-027E-4FD4-9B40-3A8E1FFF4011}" type="parTrans" cxnId="{C9CC30A5-E21D-496C-8B73-DC2D56E5D5A9}">
      <dgm:prSet/>
      <dgm:spPr/>
      <dgm:t>
        <a:bodyPr/>
        <a:lstStyle/>
        <a:p>
          <a:endParaRPr lang="en-US"/>
        </a:p>
      </dgm:t>
    </dgm:pt>
    <dgm:pt modelId="{BB8E92D8-FC5E-4675-83B8-5DA1130A426B}" type="sibTrans" cxnId="{C9CC30A5-E21D-496C-8B73-DC2D56E5D5A9}">
      <dgm:prSet/>
      <dgm:spPr/>
      <dgm:t>
        <a:bodyPr/>
        <a:lstStyle/>
        <a:p>
          <a:endParaRPr lang="en-US"/>
        </a:p>
      </dgm:t>
    </dgm:pt>
    <dgm:pt modelId="{9DFE5D94-52D3-442D-B7EE-EA1F81240373}">
      <dgm:prSet/>
      <dgm:spPr/>
      <dgm:t>
        <a:bodyPr/>
        <a:lstStyle/>
        <a:p>
          <a:r>
            <a:rPr lang="en-US"/>
            <a:t>Machine Learning appliqué (régression linéaire)</a:t>
          </a:r>
        </a:p>
      </dgm:t>
    </dgm:pt>
    <dgm:pt modelId="{1071C4D8-534A-4F68-9C3E-54FCB8D093E3}" type="parTrans" cxnId="{FBDFA020-C5E0-47A3-9D35-6EF7C319DBCF}">
      <dgm:prSet/>
      <dgm:spPr/>
      <dgm:t>
        <a:bodyPr/>
        <a:lstStyle/>
        <a:p>
          <a:endParaRPr lang="en-US"/>
        </a:p>
      </dgm:t>
    </dgm:pt>
    <dgm:pt modelId="{C63B4ADF-9B86-4C12-91A1-7BCB056A9956}" type="sibTrans" cxnId="{FBDFA020-C5E0-47A3-9D35-6EF7C319DBCF}">
      <dgm:prSet/>
      <dgm:spPr/>
      <dgm:t>
        <a:bodyPr/>
        <a:lstStyle/>
        <a:p>
          <a:endParaRPr lang="en-US"/>
        </a:p>
      </dgm:t>
    </dgm:pt>
    <dgm:pt modelId="{D1EEF3E0-E489-43B7-8182-71F85355CB7F}">
      <dgm:prSet/>
      <dgm:spPr/>
      <dgm:t>
        <a:bodyPr/>
        <a:lstStyle/>
        <a:p>
          <a:r>
            <a:rPr lang="en-US"/>
            <a:t>Déploiement et maintenance en production</a:t>
          </a:r>
        </a:p>
      </dgm:t>
    </dgm:pt>
    <dgm:pt modelId="{FAE97D13-32B8-4E42-B9D0-6F3F5065074E}" type="parTrans" cxnId="{9DED606F-AC59-4C6B-8AAD-8C8A3A775599}">
      <dgm:prSet/>
      <dgm:spPr/>
      <dgm:t>
        <a:bodyPr/>
        <a:lstStyle/>
        <a:p>
          <a:endParaRPr lang="en-US"/>
        </a:p>
      </dgm:t>
    </dgm:pt>
    <dgm:pt modelId="{E559E5B7-8B3C-4D21-9A47-A214D91D24D0}" type="sibTrans" cxnId="{9DED606F-AC59-4C6B-8AAD-8C8A3A775599}">
      <dgm:prSet/>
      <dgm:spPr/>
      <dgm:t>
        <a:bodyPr/>
        <a:lstStyle/>
        <a:p>
          <a:endParaRPr lang="en-US"/>
        </a:p>
      </dgm:t>
    </dgm:pt>
    <dgm:pt modelId="{72AAB763-96FA-A346-AB32-AB3914BB4286}" type="pres">
      <dgm:prSet presAssocID="{FF2482D2-F335-4725-9CE3-74611659AE0E}" presName="diagram" presStyleCnt="0">
        <dgm:presLayoutVars>
          <dgm:dir/>
          <dgm:resizeHandles val="exact"/>
        </dgm:presLayoutVars>
      </dgm:prSet>
      <dgm:spPr/>
    </dgm:pt>
    <dgm:pt modelId="{C2B5B099-24BF-374A-AD23-9D5A55515C74}" type="pres">
      <dgm:prSet presAssocID="{DC82A45A-5090-403B-9947-53F5DC06A07F}" presName="node" presStyleLbl="node1" presStyleIdx="0" presStyleCnt="2">
        <dgm:presLayoutVars>
          <dgm:bulletEnabled val="1"/>
        </dgm:presLayoutVars>
      </dgm:prSet>
      <dgm:spPr/>
    </dgm:pt>
    <dgm:pt modelId="{28C2BE87-021D-994E-8D1E-BC6AC34CBCB3}" type="pres">
      <dgm:prSet presAssocID="{C8FF40DD-4ABB-41A9-97DC-FFEC62F16D59}" presName="sibTrans" presStyleCnt="0"/>
      <dgm:spPr/>
    </dgm:pt>
    <dgm:pt modelId="{8E3E52AF-59AB-4D4E-A492-8B9A16B147EE}" type="pres">
      <dgm:prSet presAssocID="{1B33A2CF-F386-4EF9-94B9-CDD884FD8FD0}" presName="node" presStyleLbl="node1" presStyleIdx="1" presStyleCnt="2">
        <dgm:presLayoutVars>
          <dgm:bulletEnabled val="1"/>
        </dgm:presLayoutVars>
      </dgm:prSet>
      <dgm:spPr/>
    </dgm:pt>
  </dgm:ptLst>
  <dgm:cxnLst>
    <dgm:cxn modelId="{7F1CDB05-D845-8347-B7A0-5D72C8E6A3C2}" type="presOf" srcId="{068545B4-9B29-45E3-8B7B-CA457A6C8626}" destId="{8E3E52AF-59AB-4D4E-A492-8B9A16B147EE}" srcOrd="0" destOrd="3" presId="urn:microsoft.com/office/officeart/2005/8/layout/default"/>
    <dgm:cxn modelId="{3AAD2106-E0EE-44D9-924D-9DEBCAE5F5E8}" srcId="{DC82A45A-5090-403B-9947-53F5DC06A07F}" destId="{20711060-696F-4463-B43E-2E4034A6B87C}" srcOrd="4" destOrd="0" parTransId="{B6305B52-DFA1-4339-926B-669746CEE591}" sibTransId="{F9C0E3B9-FAD9-4344-8F41-FA320E2E0B85}"/>
    <dgm:cxn modelId="{78650B0B-57EE-4ACA-8574-A508C0E3D73C}" srcId="{DC82A45A-5090-403B-9947-53F5DC06A07F}" destId="{197C7AF2-BFC5-4EC8-A463-B2C98F1888B3}" srcOrd="1" destOrd="0" parTransId="{FE7D9705-1627-4178-B660-52580B86AA51}" sibTransId="{EDCE6F03-F3AA-4DED-8704-BFB405DF3052}"/>
    <dgm:cxn modelId="{EA642B18-126C-5D47-8C4E-D22A20B50D18}" type="presOf" srcId="{20711060-696F-4463-B43E-2E4034A6B87C}" destId="{C2B5B099-24BF-374A-AD23-9D5A55515C74}" srcOrd="0" destOrd="5" presId="urn:microsoft.com/office/officeart/2005/8/layout/default"/>
    <dgm:cxn modelId="{7C52D61D-354A-4F84-ABEF-7074ECE8FDBF}" srcId="{DC82A45A-5090-403B-9947-53F5DC06A07F}" destId="{D69769FB-B021-428B-B43F-15FC47F71822}" srcOrd="0" destOrd="0" parTransId="{054042A9-7C9D-4CBE-BCCE-2B6BD27A6BEA}" sibTransId="{6FC5CB83-222A-44FD-B265-485BF4E89D9D}"/>
    <dgm:cxn modelId="{FBDFA020-C5E0-47A3-9D35-6EF7C319DBCF}" srcId="{1B33A2CF-F386-4EF9-94B9-CDD884FD8FD0}" destId="{9DFE5D94-52D3-442D-B7EE-EA1F81240373}" srcOrd="3" destOrd="0" parTransId="{1071C4D8-534A-4F68-9C3E-54FCB8D093E3}" sibTransId="{C63B4ADF-9B86-4C12-91A1-7BCB056A9956}"/>
    <dgm:cxn modelId="{7A1E3223-AF8B-1C47-B12D-7BBF8730C3BD}" type="presOf" srcId="{97C06EC3-1860-499B-AD64-27B02988A4BE}" destId="{8E3E52AF-59AB-4D4E-A492-8B9A16B147EE}" srcOrd="0" destOrd="1" presId="urn:microsoft.com/office/officeart/2005/8/layout/default"/>
    <dgm:cxn modelId="{3DD8DA25-C184-4F4F-84DB-048520F2227D}" type="presOf" srcId="{D1EEF3E0-E489-43B7-8182-71F85355CB7F}" destId="{8E3E52AF-59AB-4D4E-A492-8B9A16B147EE}" srcOrd="0" destOrd="5" presId="urn:microsoft.com/office/officeart/2005/8/layout/default"/>
    <dgm:cxn modelId="{5A4A7B26-943F-4DE2-9C9D-53AD1A560C17}" srcId="{1B33A2CF-F386-4EF9-94B9-CDD884FD8FD0}" destId="{DCC814B3-5C22-4F4F-BA4B-8818E24E9F3B}" srcOrd="1" destOrd="0" parTransId="{96264B4A-9C99-4145-9469-D1DC11E541F4}" sibTransId="{5CCAAE52-DB4B-4276-A61A-47ABCC48E7D1}"/>
    <dgm:cxn modelId="{D446C34A-1A65-EC4F-B0F0-641D3FBFD623}" type="presOf" srcId="{DCC814B3-5C22-4F4F-BA4B-8818E24E9F3B}" destId="{8E3E52AF-59AB-4D4E-A492-8B9A16B147EE}" srcOrd="0" destOrd="2" presId="urn:microsoft.com/office/officeart/2005/8/layout/default"/>
    <dgm:cxn modelId="{D010004E-6641-B640-938A-AD4CC66AF769}" type="presOf" srcId="{FF2482D2-F335-4725-9CE3-74611659AE0E}" destId="{72AAB763-96FA-A346-AB32-AB3914BB4286}" srcOrd="0" destOrd="0" presId="urn:microsoft.com/office/officeart/2005/8/layout/default"/>
    <dgm:cxn modelId="{50721A6E-FCDF-4A12-A6B3-14652E9B959B}" srcId="{FF2482D2-F335-4725-9CE3-74611659AE0E}" destId="{DC82A45A-5090-403B-9947-53F5DC06A07F}" srcOrd="0" destOrd="0" parTransId="{7CB7653E-4D2E-4C88-99B3-95ADD30543A3}" sibTransId="{C8FF40DD-4ABB-41A9-97DC-FFEC62F16D59}"/>
    <dgm:cxn modelId="{9DED606F-AC59-4C6B-8AAD-8C8A3A775599}" srcId="{1B33A2CF-F386-4EF9-94B9-CDD884FD8FD0}" destId="{D1EEF3E0-E489-43B7-8182-71F85355CB7F}" srcOrd="4" destOrd="0" parTransId="{FAE97D13-32B8-4E42-B9D0-6F3F5065074E}" sibTransId="{E559E5B7-8B3C-4D21-9A47-A214D91D24D0}"/>
    <dgm:cxn modelId="{3852FE75-3628-9B42-961D-49AB50BFBECB}" type="presOf" srcId="{D69769FB-B021-428B-B43F-15FC47F71822}" destId="{C2B5B099-24BF-374A-AD23-9D5A55515C74}" srcOrd="0" destOrd="1" presId="urn:microsoft.com/office/officeart/2005/8/layout/default"/>
    <dgm:cxn modelId="{2B9E7588-7231-460B-B3D4-19126F13A015}" srcId="{DC82A45A-5090-403B-9947-53F5DC06A07F}" destId="{D80F8976-9C1C-40D5-954E-C7E80B4C6B7C}" srcOrd="5" destOrd="0" parTransId="{740D8981-E13F-4434-9871-C013C1272225}" sibTransId="{62F7561E-366B-43D4-A89F-73B1C4A3FBD3}"/>
    <dgm:cxn modelId="{02884E8E-AF8C-584C-A05F-156BDB066FF1}" type="presOf" srcId="{075012EA-1521-466E-BA57-8288A13F917E}" destId="{C2B5B099-24BF-374A-AD23-9D5A55515C74}" srcOrd="0" destOrd="4" presId="urn:microsoft.com/office/officeart/2005/8/layout/default"/>
    <dgm:cxn modelId="{818DDD98-C55A-3945-9147-CB03FFBE136E}" type="presOf" srcId="{D80F8976-9C1C-40D5-954E-C7E80B4C6B7C}" destId="{C2B5B099-24BF-374A-AD23-9D5A55515C74}" srcOrd="0" destOrd="6" presId="urn:microsoft.com/office/officeart/2005/8/layout/default"/>
    <dgm:cxn modelId="{8268789B-CEEF-4C7D-9515-A134A37F6FE2}" srcId="{FF2482D2-F335-4725-9CE3-74611659AE0E}" destId="{1B33A2CF-F386-4EF9-94B9-CDD884FD8FD0}" srcOrd="1" destOrd="0" parTransId="{4BD9A9C3-5179-4CA5-8D1F-76E3CB8AA402}" sibTransId="{9D662601-DC55-41DA-973B-345F846D3E1F}"/>
    <dgm:cxn modelId="{F01445A4-4E9A-4140-A4D4-2D7FF2A894B7}" srcId="{DC82A45A-5090-403B-9947-53F5DC06A07F}" destId="{035A0E46-7CB7-41DF-823A-7FF6C683F73E}" srcOrd="6" destOrd="0" parTransId="{85768314-1CBA-4990-ACD5-13365198F72F}" sibTransId="{EA5E756A-C944-42E1-B496-BD1A71A1B0B1}"/>
    <dgm:cxn modelId="{C9CC30A5-E21D-496C-8B73-DC2D56E5D5A9}" srcId="{1B33A2CF-F386-4EF9-94B9-CDD884FD8FD0}" destId="{068545B4-9B29-45E3-8B7B-CA457A6C8626}" srcOrd="2" destOrd="0" parTransId="{4424AE81-027E-4FD4-9B40-3A8E1FFF4011}" sibTransId="{BB8E92D8-FC5E-4675-83B8-5DA1130A426B}"/>
    <dgm:cxn modelId="{A17021B0-A8B3-43EF-80A8-D3A36B2BA0FA}" srcId="{DC82A45A-5090-403B-9947-53F5DC06A07F}" destId="{075012EA-1521-466E-BA57-8288A13F917E}" srcOrd="3" destOrd="0" parTransId="{0A42F7B9-CC2F-4219-B66D-8447E80EF6BD}" sibTransId="{26851839-7894-498B-A28B-A6F8328143BE}"/>
    <dgm:cxn modelId="{1F5834B5-CA0A-4DFE-8F76-BF92EC6B0B1F}" srcId="{DC82A45A-5090-403B-9947-53F5DC06A07F}" destId="{1C21C495-00B0-4048-94B9-8172FFC5C499}" srcOrd="2" destOrd="0" parTransId="{E6B3C1C4-EE25-41B9-94CE-90CDB55C963E}" sibTransId="{C5ADE621-EFA7-4775-9D20-CA33B8AF2732}"/>
    <dgm:cxn modelId="{243EC9CF-907E-5243-B851-B37FE65316A0}" type="presOf" srcId="{9DFE5D94-52D3-442D-B7EE-EA1F81240373}" destId="{8E3E52AF-59AB-4D4E-A492-8B9A16B147EE}" srcOrd="0" destOrd="4" presId="urn:microsoft.com/office/officeart/2005/8/layout/default"/>
    <dgm:cxn modelId="{8398F3D1-1755-F245-A51C-F91CDD717CE6}" type="presOf" srcId="{197C7AF2-BFC5-4EC8-A463-B2C98F1888B3}" destId="{C2B5B099-24BF-374A-AD23-9D5A55515C74}" srcOrd="0" destOrd="2" presId="urn:microsoft.com/office/officeart/2005/8/layout/default"/>
    <dgm:cxn modelId="{131CB1E3-005A-48B3-8C5A-CF5E3EDCCCAE}" srcId="{1B33A2CF-F386-4EF9-94B9-CDD884FD8FD0}" destId="{97C06EC3-1860-499B-AD64-27B02988A4BE}" srcOrd="0" destOrd="0" parTransId="{03F281B8-112E-4734-8DDF-8B079D4FA079}" sibTransId="{091FE6E3-8FA0-4926-B826-567BFF401174}"/>
    <dgm:cxn modelId="{C0EE3AF9-C05A-3744-B1A4-990D11F92646}" type="presOf" srcId="{035A0E46-7CB7-41DF-823A-7FF6C683F73E}" destId="{C2B5B099-24BF-374A-AD23-9D5A55515C74}" srcOrd="0" destOrd="7" presId="urn:microsoft.com/office/officeart/2005/8/layout/default"/>
    <dgm:cxn modelId="{0692A8F9-1874-EC41-8088-6FE90D32708F}" type="presOf" srcId="{DC82A45A-5090-403B-9947-53F5DC06A07F}" destId="{C2B5B099-24BF-374A-AD23-9D5A55515C74}" srcOrd="0" destOrd="0" presId="urn:microsoft.com/office/officeart/2005/8/layout/default"/>
    <dgm:cxn modelId="{8C20FEFA-C31E-6943-89E6-1ACF3ED166B3}" type="presOf" srcId="{1B33A2CF-F386-4EF9-94B9-CDD884FD8FD0}" destId="{8E3E52AF-59AB-4D4E-A492-8B9A16B147EE}" srcOrd="0" destOrd="0" presId="urn:microsoft.com/office/officeart/2005/8/layout/default"/>
    <dgm:cxn modelId="{9B1ECDFD-D8AB-ED41-9B63-FE6D82E3D6FC}" type="presOf" srcId="{1C21C495-00B0-4048-94B9-8172FFC5C499}" destId="{C2B5B099-24BF-374A-AD23-9D5A55515C74}" srcOrd="0" destOrd="3" presId="urn:microsoft.com/office/officeart/2005/8/layout/default"/>
    <dgm:cxn modelId="{815A0EE3-A26F-B848-89E5-BDB028BD917D}" type="presParOf" srcId="{72AAB763-96FA-A346-AB32-AB3914BB4286}" destId="{C2B5B099-24BF-374A-AD23-9D5A55515C74}" srcOrd="0" destOrd="0" presId="urn:microsoft.com/office/officeart/2005/8/layout/default"/>
    <dgm:cxn modelId="{D9EF4C85-9B8E-EA48-9C52-670E269D40A8}" type="presParOf" srcId="{72AAB763-96FA-A346-AB32-AB3914BB4286}" destId="{28C2BE87-021D-994E-8D1E-BC6AC34CBCB3}" srcOrd="1" destOrd="0" presId="urn:microsoft.com/office/officeart/2005/8/layout/default"/>
    <dgm:cxn modelId="{52011CF7-D637-3E40-A4A1-C6AA2A41A395}" type="presParOf" srcId="{72AAB763-96FA-A346-AB32-AB3914BB4286}" destId="{8E3E52AF-59AB-4D4E-A492-8B9A16B147EE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966B38-E580-9B45-BC8E-F6801261967D}">
      <dsp:nvSpPr>
        <dsp:cNvPr id="0" name=""/>
        <dsp:cNvSpPr/>
      </dsp:nvSpPr>
      <dsp:spPr>
        <a:xfrm>
          <a:off x="2827" y="384260"/>
          <a:ext cx="1530890" cy="9185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Contexte et Problématique</a:t>
          </a:r>
        </a:p>
      </dsp:txBody>
      <dsp:txXfrm>
        <a:off x="2827" y="384260"/>
        <a:ext cx="1530890" cy="918534"/>
      </dsp:txXfrm>
    </dsp:sp>
    <dsp:sp modelId="{3CC62DB8-6843-FE4C-B7E6-AAE974CB502C}">
      <dsp:nvSpPr>
        <dsp:cNvPr id="0" name=""/>
        <dsp:cNvSpPr/>
      </dsp:nvSpPr>
      <dsp:spPr>
        <a:xfrm>
          <a:off x="1686806" y="384260"/>
          <a:ext cx="1530890" cy="91853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Objectifs du Projet</a:t>
          </a:r>
        </a:p>
      </dsp:txBody>
      <dsp:txXfrm>
        <a:off x="1686806" y="384260"/>
        <a:ext cx="1530890" cy="918534"/>
      </dsp:txXfrm>
    </dsp:sp>
    <dsp:sp modelId="{A6B7BA00-A80B-6741-9649-DDF7F2351429}">
      <dsp:nvSpPr>
        <dsp:cNvPr id="0" name=""/>
        <dsp:cNvSpPr/>
      </dsp:nvSpPr>
      <dsp:spPr>
        <a:xfrm>
          <a:off x="3370786" y="384260"/>
          <a:ext cx="1530890" cy="9185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Architecture Technique</a:t>
          </a:r>
        </a:p>
      </dsp:txBody>
      <dsp:txXfrm>
        <a:off x="3370786" y="384260"/>
        <a:ext cx="1530890" cy="918534"/>
      </dsp:txXfrm>
    </dsp:sp>
    <dsp:sp modelId="{96D8065C-9FB9-114A-AB04-0C0FBBD793EF}">
      <dsp:nvSpPr>
        <dsp:cNvPr id="0" name=""/>
        <dsp:cNvSpPr/>
      </dsp:nvSpPr>
      <dsp:spPr>
        <a:xfrm>
          <a:off x="5054765" y="384260"/>
          <a:ext cx="1530890" cy="9185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Les 5 Fonctions Principales</a:t>
          </a:r>
        </a:p>
      </dsp:txBody>
      <dsp:txXfrm>
        <a:off x="5054765" y="384260"/>
        <a:ext cx="1530890" cy="918534"/>
      </dsp:txXfrm>
    </dsp:sp>
    <dsp:sp modelId="{6986C4B9-9FBA-794C-9FB2-593DD664D630}">
      <dsp:nvSpPr>
        <dsp:cNvPr id="0" name=""/>
        <dsp:cNvSpPr/>
      </dsp:nvSpPr>
      <dsp:spPr>
        <a:xfrm>
          <a:off x="6738745" y="384260"/>
          <a:ext cx="1530890" cy="91853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Interface Utilisateur</a:t>
          </a:r>
        </a:p>
      </dsp:txBody>
      <dsp:txXfrm>
        <a:off x="6738745" y="384260"/>
        <a:ext cx="1530890" cy="918534"/>
      </dsp:txXfrm>
    </dsp:sp>
    <dsp:sp modelId="{32F9A745-CDFF-984B-A62E-5F01B75B744F}">
      <dsp:nvSpPr>
        <dsp:cNvPr id="0" name=""/>
        <dsp:cNvSpPr/>
      </dsp:nvSpPr>
      <dsp:spPr>
        <a:xfrm>
          <a:off x="844817" y="1455884"/>
          <a:ext cx="1530890" cy="9185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Démonstration</a:t>
          </a:r>
        </a:p>
      </dsp:txBody>
      <dsp:txXfrm>
        <a:off x="844817" y="1455884"/>
        <a:ext cx="1530890" cy="918534"/>
      </dsp:txXfrm>
    </dsp:sp>
    <dsp:sp modelId="{107A3BC4-7C0F-2D40-B5F5-697098F4B13B}">
      <dsp:nvSpPr>
        <dsp:cNvPr id="0" name=""/>
        <dsp:cNvSpPr/>
      </dsp:nvSpPr>
      <dsp:spPr>
        <a:xfrm>
          <a:off x="2528796" y="1455884"/>
          <a:ext cx="1530890" cy="91853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Résultats et Visualisations</a:t>
          </a:r>
        </a:p>
      </dsp:txBody>
      <dsp:txXfrm>
        <a:off x="2528796" y="1455884"/>
        <a:ext cx="1530890" cy="918534"/>
      </dsp:txXfrm>
    </dsp:sp>
    <dsp:sp modelId="{18CF8AAC-F3F6-FC49-BDDF-E9186BD20BA6}">
      <dsp:nvSpPr>
        <dsp:cNvPr id="0" name=""/>
        <dsp:cNvSpPr/>
      </dsp:nvSpPr>
      <dsp:spPr>
        <a:xfrm>
          <a:off x="4212776" y="1455884"/>
          <a:ext cx="1530890" cy="9185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Validation et Tests</a:t>
          </a:r>
        </a:p>
      </dsp:txBody>
      <dsp:txXfrm>
        <a:off x="4212776" y="1455884"/>
        <a:ext cx="1530890" cy="918534"/>
      </dsp:txXfrm>
    </dsp:sp>
    <dsp:sp modelId="{C1A1B04A-0CE8-584C-BDA1-6830F04CD9FD}">
      <dsp:nvSpPr>
        <dsp:cNvPr id="0" name=""/>
        <dsp:cNvSpPr/>
      </dsp:nvSpPr>
      <dsp:spPr>
        <a:xfrm>
          <a:off x="5896755" y="1455884"/>
          <a:ext cx="1530890" cy="9185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Conclusion</a:t>
          </a:r>
        </a:p>
      </dsp:txBody>
      <dsp:txXfrm>
        <a:off x="5896755" y="1455884"/>
        <a:ext cx="1530890" cy="9185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008044-38ED-4C68-A60A-2CE4E921D116}">
      <dsp:nvSpPr>
        <dsp:cNvPr id="0" name=""/>
        <dsp:cNvSpPr/>
      </dsp:nvSpPr>
      <dsp:spPr>
        <a:xfrm>
          <a:off x="6578" y="0"/>
          <a:ext cx="1329083" cy="967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90C2AA-094F-4C09-8DB4-07B6A3CC9335}">
      <dsp:nvSpPr>
        <dsp:cNvPr id="0" name=""/>
        <dsp:cNvSpPr/>
      </dsp:nvSpPr>
      <dsp:spPr>
        <a:xfrm>
          <a:off x="6578" y="1054327"/>
          <a:ext cx="3797381" cy="414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b="1" kern="1200"/>
            <a:t>Le problème identifié</a:t>
          </a:r>
          <a:endParaRPr lang="en-US" sz="2800" kern="1200"/>
        </a:p>
      </dsp:txBody>
      <dsp:txXfrm>
        <a:off x="6578" y="1054327"/>
        <a:ext cx="3797381" cy="414830"/>
      </dsp:txXfrm>
    </dsp:sp>
    <dsp:sp modelId="{E2363084-E528-4901-83A2-7F0DD9C1B56B}">
      <dsp:nvSpPr>
        <dsp:cNvPr id="0" name=""/>
        <dsp:cNvSpPr/>
      </dsp:nvSpPr>
      <dsp:spPr>
        <a:xfrm>
          <a:off x="6578" y="1509339"/>
          <a:ext cx="3797381" cy="1249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 nombreux étudiants ont du mal à anticiper leur trésorerie mensuelle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Découverte tardive des risques de découvert bancaire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Outils financiers existants trop complexes pour les étudiants</a:t>
          </a:r>
        </a:p>
      </dsp:txBody>
      <dsp:txXfrm>
        <a:off x="6578" y="1509339"/>
        <a:ext cx="3797381" cy="1249339"/>
      </dsp:txXfrm>
    </dsp:sp>
    <dsp:sp modelId="{317CD7F2-F93B-444B-9659-CBD4B256E8C7}">
      <dsp:nvSpPr>
        <dsp:cNvPr id="0" name=""/>
        <dsp:cNvSpPr/>
      </dsp:nvSpPr>
      <dsp:spPr>
        <a:xfrm>
          <a:off x="4468502" y="0"/>
          <a:ext cx="1329083" cy="967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AE4E5-49D4-4999-B46E-9A2FF3CE0BEE}">
      <dsp:nvSpPr>
        <dsp:cNvPr id="0" name=""/>
        <dsp:cNvSpPr/>
      </dsp:nvSpPr>
      <dsp:spPr>
        <a:xfrm>
          <a:off x="4468502" y="1054327"/>
          <a:ext cx="3797381" cy="414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b="1" kern="1200"/>
            <a:t>Notre solution</a:t>
          </a:r>
          <a:endParaRPr lang="en-US" sz="2800" kern="1200"/>
        </a:p>
      </dsp:txBody>
      <dsp:txXfrm>
        <a:off x="4468502" y="1054327"/>
        <a:ext cx="3797381" cy="414830"/>
      </dsp:txXfrm>
    </dsp:sp>
    <dsp:sp modelId="{2A5453A2-3756-41AB-9E36-0494BB99E302}">
      <dsp:nvSpPr>
        <dsp:cNvPr id="0" name=""/>
        <dsp:cNvSpPr/>
      </dsp:nvSpPr>
      <dsp:spPr>
        <a:xfrm>
          <a:off x="4468502" y="1509339"/>
          <a:ext cx="3797381" cy="1249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Application Shiny simple et interactive pour simuler l’évolution du budget jour par jour avec détection automatique des risques</a:t>
          </a:r>
        </a:p>
      </dsp:txBody>
      <dsp:txXfrm>
        <a:off x="4468502" y="1509339"/>
        <a:ext cx="3797381" cy="12493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903CE2-1929-D54C-A7D4-2D98CE545541}">
      <dsp:nvSpPr>
        <dsp:cNvPr id="0" name=""/>
        <dsp:cNvSpPr/>
      </dsp:nvSpPr>
      <dsp:spPr>
        <a:xfrm rot="5400000">
          <a:off x="2887184" y="-821520"/>
          <a:ext cx="1378248" cy="3365937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Simuler l’évolution du solde bancaire jour par jour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Détecter automatiquement les risques de découvert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Visualiser graphiquement les tendances financières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Gérer les imprévus financiers de manière dynamique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Prédire les tendances avec Machine Learning</a:t>
          </a:r>
        </a:p>
      </dsp:txBody>
      <dsp:txXfrm rot="-5400000">
        <a:off x="1893340" y="239605"/>
        <a:ext cx="3298656" cy="1243686"/>
      </dsp:txXfrm>
    </dsp:sp>
    <dsp:sp modelId="{9FA22B91-1DAB-DD4A-9899-FDCCCA7E4FDC}">
      <dsp:nvSpPr>
        <dsp:cNvPr id="0" name=""/>
        <dsp:cNvSpPr/>
      </dsp:nvSpPr>
      <dsp:spPr>
        <a:xfrm>
          <a:off x="0" y="43"/>
          <a:ext cx="1893340" cy="17228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Objectifs Fonctionnels</a:t>
          </a:r>
          <a:endParaRPr lang="en-US" sz="2000" kern="1200"/>
        </a:p>
      </dsp:txBody>
      <dsp:txXfrm>
        <a:off x="84101" y="84144"/>
        <a:ext cx="1725138" cy="1554608"/>
      </dsp:txXfrm>
    </dsp:sp>
    <dsp:sp modelId="{AB82F086-4E5B-B547-8E5E-62E281F41527}">
      <dsp:nvSpPr>
        <dsp:cNvPr id="0" name=""/>
        <dsp:cNvSpPr/>
      </dsp:nvSpPr>
      <dsp:spPr>
        <a:xfrm rot="5400000">
          <a:off x="2887184" y="987430"/>
          <a:ext cx="1378248" cy="3365937"/>
        </a:xfrm>
        <a:prstGeom prst="round2SameRect">
          <a:avLst/>
        </a:prstGeom>
        <a:solidFill>
          <a:schemeClr val="accent2">
            <a:tint val="40000"/>
            <a:alpha val="90000"/>
            <a:hueOff val="1044789"/>
            <a:satOff val="13446"/>
            <a:lumOff val="1751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1044789"/>
              <a:satOff val="13446"/>
              <a:lumOff val="175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Développer une application Shiny professionnelle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Implémenter une validation robuste des inputs utilisateur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Créer des tests unitaires complets (8/8)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Déployer l’application en ligne (shinyapps.io)</a:t>
          </a:r>
        </a:p>
      </dsp:txBody>
      <dsp:txXfrm rot="-5400000">
        <a:off x="1893340" y="2048556"/>
        <a:ext cx="3298656" cy="1243686"/>
      </dsp:txXfrm>
    </dsp:sp>
    <dsp:sp modelId="{67D215B4-78E7-584F-8DBC-0EF24DA07101}">
      <dsp:nvSpPr>
        <dsp:cNvPr id="0" name=""/>
        <dsp:cNvSpPr/>
      </dsp:nvSpPr>
      <dsp:spPr>
        <a:xfrm>
          <a:off x="0" y="1808994"/>
          <a:ext cx="1893340" cy="1722810"/>
        </a:xfrm>
        <a:prstGeom prst="roundRect">
          <a:avLst/>
        </a:prstGeom>
        <a:gradFill rotWithShape="0">
          <a:gsLst>
            <a:gs pos="0">
              <a:schemeClr val="accent2">
                <a:hueOff val="1191735"/>
                <a:satOff val="6913"/>
                <a:lumOff val="6864"/>
                <a:alphaOff val="0"/>
                <a:tint val="98000"/>
                <a:lumMod val="110000"/>
              </a:schemeClr>
            </a:gs>
            <a:gs pos="84000">
              <a:schemeClr val="accent2">
                <a:hueOff val="1191735"/>
                <a:satOff val="6913"/>
                <a:lumOff val="6864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Objectifs Techniques</a:t>
          </a:r>
          <a:endParaRPr lang="en-US" sz="2000" kern="1200"/>
        </a:p>
      </dsp:txBody>
      <dsp:txXfrm>
        <a:off x="84101" y="1893095"/>
        <a:ext cx="1725138" cy="15546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447532-183A-4760-B23D-59AA4A07D176}">
      <dsp:nvSpPr>
        <dsp:cNvPr id="0" name=""/>
        <dsp:cNvSpPr/>
      </dsp:nvSpPr>
      <dsp:spPr>
        <a:xfrm>
          <a:off x="6578" y="47464"/>
          <a:ext cx="1329083" cy="7105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03146-FA37-4504-8A44-689E5E4840A1}">
      <dsp:nvSpPr>
        <dsp:cNvPr id="0" name=""/>
        <dsp:cNvSpPr/>
      </dsp:nvSpPr>
      <dsp:spPr>
        <a:xfrm>
          <a:off x="6578" y="821396"/>
          <a:ext cx="3797381" cy="304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/>
            <a:t>Technologies Utilisées</a:t>
          </a:r>
          <a:endParaRPr lang="en-US" sz="2000" kern="1200"/>
        </a:p>
      </dsp:txBody>
      <dsp:txXfrm>
        <a:off x="6578" y="821396"/>
        <a:ext cx="3797381" cy="304507"/>
      </dsp:txXfrm>
    </dsp:sp>
    <dsp:sp modelId="{74B47065-8B21-4EAF-96DE-0C2F7E203BD3}">
      <dsp:nvSpPr>
        <dsp:cNvPr id="0" name=""/>
        <dsp:cNvSpPr/>
      </dsp:nvSpPr>
      <dsp:spPr>
        <a:xfrm>
          <a:off x="6578" y="1155399"/>
          <a:ext cx="3797381" cy="1555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library(shiny)          </a:t>
          </a:r>
          <a:r>
            <a:rPr lang="en-US" sz="1500" i="1" kern="1200"/>
            <a:t># Interface web interactive</a:t>
          </a:r>
          <a:br>
            <a:rPr lang="en-US" sz="1500" kern="1200"/>
          </a:br>
          <a:r>
            <a:rPr lang="en-US" sz="1500" kern="1200"/>
            <a:t>library(shinydashboard) </a:t>
          </a:r>
          <a:r>
            <a:rPr lang="en-US" sz="1500" i="1" kern="1200"/>
            <a:t># Dashboard professionnel</a:t>
          </a:r>
          <a:br>
            <a:rPr lang="en-US" sz="1500" kern="1200"/>
          </a:br>
          <a:r>
            <a:rPr lang="en-US" sz="1500" kern="1200"/>
            <a:t>library(dplyr)          </a:t>
          </a:r>
          <a:r>
            <a:rPr lang="en-US" sz="1500" i="1" kern="1200"/>
            <a:t># Manipulation de données</a:t>
          </a:r>
          <a:br>
            <a:rPr lang="en-US" sz="1500" kern="1200"/>
          </a:br>
          <a:r>
            <a:rPr lang="en-US" sz="1500" kern="1200"/>
            <a:t>library(ggplot2)        </a:t>
          </a:r>
          <a:r>
            <a:rPr lang="en-US" sz="1500" i="1" kern="1200"/>
            <a:t># Visualisations avancées</a:t>
          </a:r>
          <a:br>
            <a:rPr lang="en-US" sz="1500" kern="1200"/>
          </a:br>
          <a:r>
            <a:rPr lang="en-US" sz="1500" kern="1200"/>
            <a:t>library(lubridate)      </a:t>
          </a:r>
          <a:r>
            <a:rPr lang="en-US" sz="1500" i="1" kern="1200"/>
            <a:t># Gestion intelligente des dates</a:t>
          </a:r>
          <a:br>
            <a:rPr lang="en-US" sz="1500" kern="1200"/>
          </a:br>
          <a:r>
            <a:rPr lang="en-US" sz="1500" kern="1200"/>
            <a:t>library(tidyr)          </a:t>
          </a:r>
          <a:r>
            <a:rPr lang="en-US" sz="1500" i="1" kern="1200"/>
            <a:t># Restructuration des données</a:t>
          </a:r>
          <a:endParaRPr lang="en-US" sz="1500" kern="1200"/>
        </a:p>
      </dsp:txBody>
      <dsp:txXfrm>
        <a:off x="6578" y="1155399"/>
        <a:ext cx="3797381" cy="1555814"/>
      </dsp:txXfrm>
    </dsp:sp>
    <dsp:sp modelId="{23079914-B4C3-472B-8E35-C1D2AC536961}">
      <dsp:nvSpPr>
        <dsp:cNvPr id="0" name=""/>
        <dsp:cNvSpPr/>
      </dsp:nvSpPr>
      <dsp:spPr>
        <a:xfrm>
          <a:off x="4468502" y="47464"/>
          <a:ext cx="1329083" cy="7105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78F4E-A046-4C13-83F8-D51B2EDD9DF9}">
      <dsp:nvSpPr>
        <dsp:cNvPr id="0" name=""/>
        <dsp:cNvSpPr/>
      </dsp:nvSpPr>
      <dsp:spPr>
        <a:xfrm>
          <a:off x="4468502" y="821396"/>
          <a:ext cx="3797381" cy="304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/>
            <a:t>Structure du Projet</a:t>
          </a:r>
          <a:endParaRPr lang="en-US" sz="2000" kern="1200"/>
        </a:p>
      </dsp:txBody>
      <dsp:txXfrm>
        <a:off x="4468502" y="821396"/>
        <a:ext cx="3797381" cy="304507"/>
      </dsp:txXfrm>
    </dsp:sp>
    <dsp:sp modelId="{B1D73F89-1B50-443E-90D7-C3D8917C535B}">
      <dsp:nvSpPr>
        <dsp:cNvPr id="0" name=""/>
        <dsp:cNvSpPr/>
      </dsp:nvSpPr>
      <dsp:spPr>
        <a:xfrm>
          <a:off x="4468502" y="1155399"/>
          <a:ext cx="3797381" cy="1555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Budget.R : Application complète (254 lignes de code)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tests.R : 8 tests unitaires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README.md : Documentation détaillée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Déploiement : shinyapps.io</a:t>
          </a:r>
        </a:p>
      </dsp:txBody>
      <dsp:txXfrm>
        <a:off x="4468502" y="1155399"/>
        <a:ext cx="3797381" cy="15558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1D1DF-96D8-404C-869F-82BDC84D91FC}">
      <dsp:nvSpPr>
        <dsp:cNvPr id="0" name=""/>
        <dsp:cNvSpPr/>
      </dsp:nvSpPr>
      <dsp:spPr>
        <a:xfrm rot="5400000">
          <a:off x="3236230" y="-1256103"/>
          <a:ext cx="680156" cy="3365937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Solde initial en euros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Période d’analyse (dates de début et fin)</a:t>
          </a:r>
        </a:p>
      </dsp:txBody>
      <dsp:txXfrm rot="-5400000">
        <a:off x="1893340" y="119989"/>
        <a:ext cx="3332735" cy="613752"/>
      </dsp:txXfrm>
    </dsp:sp>
    <dsp:sp modelId="{FC117872-6147-EE44-84F5-C5AA60EF0B8A}">
      <dsp:nvSpPr>
        <dsp:cNvPr id="0" name=""/>
        <dsp:cNvSpPr/>
      </dsp:nvSpPr>
      <dsp:spPr>
        <a:xfrm>
          <a:off x="0" y="1767"/>
          <a:ext cx="1893340" cy="85019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Panneau de Contrôle (Sidebar)</a:t>
          </a:r>
          <a:endParaRPr lang="en-US" sz="1700" kern="1200"/>
        </a:p>
      </dsp:txBody>
      <dsp:txXfrm>
        <a:off x="41503" y="43270"/>
        <a:ext cx="1810334" cy="767189"/>
      </dsp:txXfrm>
    </dsp:sp>
    <dsp:sp modelId="{BA8C1074-F621-C74A-86EC-EF2EF10B786E}">
      <dsp:nvSpPr>
        <dsp:cNvPr id="0" name=""/>
        <dsp:cNvSpPr/>
      </dsp:nvSpPr>
      <dsp:spPr>
        <a:xfrm rot="5400000">
          <a:off x="3236230" y="-363397"/>
          <a:ext cx="680156" cy="3365937"/>
        </a:xfrm>
        <a:prstGeom prst="round2SameRect">
          <a:avLst/>
        </a:prstGeom>
        <a:solidFill>
          <a:schemeClr val="accent5">
            <a:tint val="40000"/>
            <a:alpha val="90000"/>
            <a:hueOff val="483169"/>
            <a:satOff val="-7268"/>
            <a:lumOff val="-1253"/>
            <a:alphaOff val="0"/>
          </a:schemeClr>
        </a:solidFill>
        <a:ln w="22225" cap="rnd" cmpd="sng" algn="ctr">
          <a:solidFill>
            <a:schemeClr val="accent5">
              <a:tint val="40000"/>
              <a:alpha val="90000"/>
              <a:hueOff val="483169"/>
              <a:satOff val="-7268"/>
              <a:lumOff val="-12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Salaire mensuel + jour de paye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Loyer mensuel + jour de prélèvement</a:t>
          </a:r>
        </a:p>
      </dsp:txBody>
      <dsp:txXfrm rot="-5400000">
        <a:off x="1893340" y="1012695"/>
        <a:ext cx="3332735" cy="613752"/>
      </dsp:txXfrm>
    </dsp:sp>
    <dsp:sp modelId="{8F97B602-D3BD-6241-94EB-5B0DF92B1AC4}">
      <dsp:nvSpPr>
        <dsp:cNvPr id="0" name=""/>
        <dsp:cNvSpPr/>
      </dsp:nvSpPr>
      <dsp:spPr>
        <a:xfrm>
          <a:off x="0" y="894473"/>
          <a:ext cx="1893340" cy="850195"/>
        </a:xfrm>
        <a:prstGeom prst="roundRect">
          <a:avLst/>
        </a:prstGeom>
        <a:solidFill>
          <a:schemeClr val="accent5">
            <a:hueOff val="439570"/>
            <a:satOff val="-3135"/>
            <a:lumOff val="-5686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Flux fixes récurrents</a:t>
          </a:r>
          <a:endParaRPr lang="en-US" sz="1700" kern="1200"/>
        </a:p>
      </dsp:txBody>
      <dsp:txXfrm>
        <a:off x="41503" y="935976"/>
        <a:ext cx="1810334" cy="767189"/>
      </dsp:txXfrm>
    </dsp:sp>
    <dsp:sp modelId="{D8409356-90C2-7B49-B337-9B047F48BCBB}">
      <dsp:nvSpPr>
        <dsp:cNvPr id="0" name=""/>
        <dsp:cNvSpPr/>
      </dsp:nvSpPr>
      <dsp:spPr>
        <a:xfrm rot="5400000">
          <a:off x="3236230" y="529307"/>
          <a:ext cx="680156" cy="3365937"/>
        </a:xfrm>
        <a:prstGeom prst="round2SameRect">
          <a:avLst/>
        </a:prstGeom>
        <a:solidFill>
          <a:schemeClr val="accent5">
            <a:tint val="40000"/>
            <a:alpha val="90000"/>
            <a:hueOff val="966339"/>
            <a:satOff val="-14536"/>
            <a:lumOff val="-2505"/>
            <a:alphaOff val="0"/>
          </a:schemeClr>
        </a:solidFill>
        <a:ln w="22225" cap="rnd" cmpd="sng" algn="ctr">
          <a:solidFill>
            <a:schemeClr val="accent5">
              <a:tint val="40000"/>
              <a:alpha val="90000"/>
              <a:hueOff val="966339"/>
              <a:satOff val="-14536"/>
              <a:lumOff val="-25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Nom, montant et type (Dépense/Revenu)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Bouton d’ajout dynamique</a:t>
          </a:r>
        </a:p>
      </dsp:txBody>
      <dsp:txXfrm rot="-5400000">
        <a:off x="1893340" y="1905399"/>
        <a:ext cx="3332735" cy="613752"/>
      </dsp:txXfrm>
    </dsp:sp>
    <dsp:sp modelId="{0B3192F3-A1CA-2946-91AC-91C28CC997CB}">
      <dsp:nvSpPr>
        <dsp:cNvPr id="0" name=""/>
        <dsp:cNvSpPr/>
      </dsp:nvSpPr>
      <dsp:spPr>
        <a:xfrm>
          <a:off x="0" y="1787178"/>
          <a:ext cx="1893340" cy="850195"/>
        </a:xfrm>
        <a:prstGeom prst="roundRect">
          <a:avLst/>
        </a:prstGeom>
        <a:solidFill>
          <a:schemeClr val="accent5">
            <a:hueOff val="879139"/>
            <a:satOff val="-6269"/>
            <a:lumOff val="-11373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Gestion des imprvus</a:t>
          </a:r>
          <a:endParaRPr lang="en-US" sz="1700" kern="1200"/>
        </a:p>
      </dsp:txBody>
      <dsp:txXfrm>
        <a:off x="41503" y="1828681"/>
        <a:ext cx="1810334" cy="767189"/>
      </dsp:txXfrm>
    </dsp:sp>
    <dsp:sp modelId="{29060053-117F-814C-B56C-C19CACF01401}">
      <dsp:nvSpPr>
        <dsp:cNvPr id="0" name=""/>
        <dsp:cNvSpPr/>
      </dsp:nvSpPr>
      <dsp:spPr>
        <a:xfrm rot="5400000">
          <a:off x="3236230" y="1422013"/>
          <a:ext cx="680156" cy="3365937"/>
        </a:xfrm>
        <a:prstGeom prst="round2SameRect">
          <a:avLst/>
        </a:prstGeom>
        <a:solidFill>
          <a:schemeClr val="accent5">
            <a:tint val="40000"/>
            <a:alpha val="90000"/>
            <a:hueOff val="1449508"/>
            <a:satOff val="-21804"/>
            <a:lumOff val="-3758"/>
            <a:alphaOff val="0"/>
          </a:schemeClr>
        </a:solidFill>
        <a:ln w="22225" cap="rnd" cmpd="sng" algn="ctr">
          <a:solidFill>
            <a:schemeClr val="accent5">
              <a:tint val="40000"/>
              <a:alpha val="90000"/>
              <a:hueOff val="1449508"/>
              <a:satOff val="-21804"/>
              <a:lumOff val="-37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Export CSV des données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Réinitialisation complète</a:t>
          </a:r>
        </a:p>
      </dsp:txBody>
      <dsp:txXfrm rot="-5400000">
        <a:off x="1893340" y="2798105"/>
        <a:ext cx="3332735" cy="613752"/>
      </dsp:txXfrm>
    </dsp:sp>
    <dsp:sp modelId="{66E1AB16-A3C7-AF4B-95D6-41F41FB43C06}">
      <dsp:nvSpPr>
        <dsp:cNvPr id="0" name=""/>
        <dsp:cNvSpPr/>
      </dsp:nvSpPr>
      <dsp:spPr>
        <a:xfrm>
          <a:off x="0" y="2679884"/>
          <a:ext cx="1893340" cy="850195"/>
        </a:xfrm>
        <a:prstGeom prst="roundRect">
          <a:avLst/>
        </a:prstGeom>
        <a:solidFill>
          <a:schemeClr val="accent5">
            <a:hueOff val="1318709"/>
            <a:satOff val="-9404"/>
            <a:lumOff val="-17059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Actions disponibles</a:t>
          </a:r>
          <a:endParaRPr lang="en-US" sz="1700" kern="1200"/>
        </a:p>
      </dsp:txBody>
      <dsp:txXfrm>
        <a:off x="41503" y="2721387"/>
        <a:ext cx="1810334" cy="7671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911DCE-7156-A749-955A-3EBD7779F5FA}">
      <dsp:nvSpPr>
        <dsp:cNvPr id="0" name=""/>
        <dsp:cNvSpPr/>
      </dsp:nvSpPr>
      <dsp:spPr>
        <a:xfrm>
          <a:off x="0" y="36573"/>
          <a:ext cx="5259278" cy="3510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Application Déployée en Production</a:t>
          </a:r>
          <a:endParaRPr lang="en-US" sz="1500" kern="1200"/>
        </a:p>
      </dsp:txBody>
      <dsp:txXfrm>
        <a:off x="17134" y="53707"/>
        <a:ext cx="5225010" cy="316732"/>
      </dsp:txXfrm>
    </dsp:sp>
    <dsp:sp modelId="{C7D34D1F-5364-FD46-9AD3-0C346D837419}">
      <dsp:nvSpPr>
        <dsp:cNvPr id="0" name=""/>
        <dsp:cNvSpPr/>
      </dsp:nvSpPr>
      <dsp:spPr>
        <a:xfrm>
          <a:off x="0" y="430773"/>
          <a:ext cx="5259278" cy="351000"/>
        </a:xfrm>
        <a:prstGeom prst="roundRect">
          <a:avLst/>
        </a:prstGeom>
        <a:gradFill rotWithShape="0">
          <a:gsLst>
            <a:gs pos="0">
              <a:schemeClr val="accent2">
                <a:hueOff val="238347"/>
                <a:satOff val="1383"/>
                <a:lumOff val="1373"/>
                <a:alphaOff val="0"/>
                <a:tint val="98000"/>
                <a:lumMod val="110000"/>
              </a:schemeClr>
            </a:gs>
            <a:gs pos="84000">
              <a:schemeClr val="accent2">
                <a:hueOff val="238347"/>
                <a:satOff val="1383"/>
                <a:lumOff val="1373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URL d’accès</a:t>
          </a:r>
          <a:endParaRPr lang="en-US" sz="1500" kern="1200"/>
        </a:p>
      </dsp:txBody>
      <dsp:txXfrm>
        <a:off x="17134" y="447907"/>
        <a:ext cx="5225010" cy="316732"/>
      </dsp:txXfrm>
    </dsp:sp>
    <dsp:sp modelId="{AEA7B44E-F071-4F49-BFB1-DF9C40D8638C}">
      <dsp:nvSpPr>
        <dsp:cNvPr id="0" name=""/>
        <dsp:cNvSpPr/>
      </dsp:nvSpPr>
      <dsp:spPr>
        <a:xfrm>
          <a:off x="0" y="824973"/>
          <a:ext cx="5259278" cy="351000"/>
        </a:xfrm>
        <a:prstGeom prst="roundRect">
          <a:avLst/>
        </a:prstGeom>
        <a:gradFill rotWithShape="0">
          <a:gsLst>
            <a:gs pos="0">
              <a:schemeClr val="accent2">
                <a:hueOff val="476694"/>
                <a:satOff val="2765"/>
                <a:lumOff val="2746"/>
                <a:alphaOff val="0"/>
                <a:tint val="98000"/>
                <a:lumMod val="110000"/>
              </a:schemeClr>
            </a:gs>
            <a:gs pos="84000">
              <a:schemeClr val="accent2">
                <a:hueOff val="476694"/>
                <a:satOff val="2765"/>
                <a:lumOff val="274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hlinkClick xmlns:r="http://schemas.openxmlformats.org/officeDocument/2006/relationships" r:id="rId1"/>
            </a:rPr>
            <a:t>https://manoucaboul-arch.shinyapps.io/monbudget/</a:t>
          </a:r>
          <a:endParaRPr lang="en-US" sz="1500" kern="1200" dirty="0"/>
        </a:p>
      </dsp:txBody>
      <dsp:txXfrm>
        <a:off x="17134" y="842107"/>
        <a:ext cx="5225010" cy="316732"/>
      </dsp:txXfrm>
    </dsp:sp>
    <dsp:sp modelId="{18F29B53-E0D5-0341-BB78-91FDB9C1CED0}">
      <dsp:nvSpPr>
        <dsp:cNvPr id="0" name=""/>
        <dsp:cNvSpPr/>
      </dsp:nvSpPr>
      <dsp:spPr>
        <a:xfrm>
          <a:off x="0" y="1219174"/>
          <a:ext cx="5259278" cy="351000"/>
        </a:xfrm>
        <a:prstGeom prst="roundRect">
          <a:avLst/>
        </a:prstGeom>
        <a:gradFill rotWithShape="0">
          <a:gsLst>
            <a:gs pos="0">
              <a:schemeClr val="accent2">
                <a:hueOff val="715041"/>
                <a:satOff val="4148"/>
                <a:lumOff val="4118"/>
                <a:alphaOff val="0"/>
                <a:tint val="98000"/>
                <a:lumMod val="110000"/>
              </a:schemeClr>
            </a:gs>
            <a:gs pos="84000">
              <a:schemeClr val="accent2">
                <a:hueOff val="715041"/>
                <a:satOff val="4148"/>
                <a:lumOff val="4118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Fonctionnalités Disponibles</a:t>
          </a:r>
          <a:endParaRPr lang="en-US" sz="1500" kern="1200"/>
        </a:p>
      </dsp:txBody>
      <dsp:txXfrm>
        <a:off x="17134" y="1236308"/>
        <a:ext cx="5225010" cy="316732"/>
      </dsp:txXfrm>
    </dsp:sp>
    <dsp:sp modelId="{57D4349A-E29F-F245-A366-04F7ECDF9A12}">
      <dsp:nvSpPr>
        <dsp:cNvPr id="0" name=""/>
        <dsp:cNvSpPr/>
      </dsp:nvSpPr>
      <dsp:spPr>
        <a:xfrm>
          <a:off x="0" y="1570174"/>
          <a:ext cx="5259278" cy="1179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982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Dashboard interactif en temps réel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6 indicateurs financiers clés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/>
            <a:t>3 </a:t>
          </a:r>
          <a:r>
            <a:rPr lang="en-US" sz="1200" kern="1200" dirty="0" err="1"/>
            <a:t>graphiques</a:t>
          </a:r>
          <a:r>
            <a:rPr lang="en-US" sz="1200" kern="1200" dirty="0"/>
            <a:t> </a:t>
          </a:r>
          <a:r>
            <a:rPr lang="en-US" sz="1200" kern="1200" dirty="0" err="1"/>
            <a:t>dynamiques</a:t>
          </a:r>
          <a:r>
            <a:rPr lang="en-US" sz="1200" kern="1200" dirty="0"/>
            <a:t> et </a:t>
          </a:r>
          <a:r>
            <a:rPr lang="en-US" sz="1200" kern="1200" dirty="0" err="1"/>
            <a:t>réactifs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Prédiction Machine Learning sur 30 jours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Export CSV des données complètes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Réactivité instantanée</a:t>
          </a:r>
        </a:p>
      </dsp:txBody>
      <dsp:txXfrm>
        <a:off x="0" y="1570174"/>
        <a:ext cx="5259278" cy="1179900"/>
      </dsp:txXfrm>
    </dsp:sp>
    <dsp:sp modelId="{F6C712A4-EF1A-DD47-B065-1CBB541FFB49}">
      <dsp:nvSpPr>
        <dsp:cNvPr id="0" name=""/>
        <dsp:cNvSpPr/>
      </dsp:nvSpPr>
      <dsp:spPr>
        <a:xfrm>
          <a:off x="0" y="2750074"/>
          <a:ext cx="5259278" cy="351000"/>
        </a:xfrm>
        <a:prstGeom prst="roundRect">
          <a:avLst/>
        </a:prstGeom>
        <a:gradFill rotWithShape="0">
          <a:gsLst>
            <a:gs pos="0">
              <a:schemeClr val="accent2">
                <a:hueOff val="953388"/>
                <a:satOff val="5530"/>
                <a:lumOff val="5491"/>
                <a:alphaOff val="0"/>
                <a:tint val="98000"/>
                <a:lumMod val="110000"/>
              </a:schemeClr>
            </a:gs>
            <a:gs pos="84000">
              <a:schemeClr val="accent2">
                <a:hueOff val="953388"/>
                <a:satOff val="5530"/>
                <a:lumOff val="5491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Compatibilité</a:t>
          </a:r>
          <a:endParaRPr lang="en-US" sz="1500" kern="1200"/>
        </a:p>
      </dsp:txBody>
      <dsp:txXfrm>
        <a:off x="17134" y="2767208"/>
        <a:ext cx="5225010" cy="316732"/>
      </dsp:txXfrm>
    </dsp:sp>
    <dsp:sp modelId="{351FFD34-0C64-3749-ABDC-12D0C9397756}">
      <dsp:nvSpPr>
        <dsp:cNvPr id="0" name=""/>
        <dsp:cNvSpPr/>
      </dsp:nvSpPr>
      <dsp:spPr>
        <a:xfrm>
          <a:off x="0" y="3144274"/>
          <a:ext cx="5259278" cy="351000"/>
        </a:xfrm>
        <a:prstGeom prst="roundRect">
          <a:avLst/>
        </a:prstGeom>
        <a:gradFill rotWithShape="0">
          <a:gsLst>
            <a:gs pos="0">
              <a:schemeClr val="accent2">
                <a:hueOff val="1191735"/>
                <a:satOff val="6913"/>
                <a:lumOff val="6864"/>
                <a:alphaOff val="0"/>
                <a:tint val="98000"/>
                <a:lumMod val="110000"/>
              </a:schemeClr>
            </a:gs>
            <a:gs pos="84000">
              <a:schemeClr val="accent2">
                <a:hueOff val="1191735"/>
                <a:satOff val="6913"/>
                <a:lumOff val="6864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Compatible avec tous les appareils : Desktop, Tablette, Mobile</a:t>
          </a:r>
        </a:p>
      </dsp:txBody>
      <dsp:txXfrm>
        <a:off x="17134" y="3161408"/>
        <a:ext cx="5225010" cy="3167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1271B5-E7BB-C440-BBCB-07DAD471AA78}">
      <dsp:nvSpPr>
        <dsp:cNvPr id="0" name=""/>
        <dsp:cNvSpPr/>
      </dsp:nvSpPr>
      <dsp:spPr>
        <a:xfrm>
          <a:off x="0" y="44718"/>
          <a:ext cx="5259278" cy="5382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Trois Niveaux de Protection</a:t>
          </a:r>
          <a:endParaRPr lang="en-US" sz="2300" kern="1200"/>
        </a:p>
      </dsp:txBody>
      <dsp:txXfrm>
        <a:off x="26273" y="70991"/>
        <a:ext cx="5206732" cy="485654"/>
      </dsp:txXfrm>
    </dsp:sp>
    <dsp:sp modelId="{20F8F598-EAF3-3E48-99ED-1CE5EA13F9FD}">
      <dsp:nvSpPr>
        <dsp:cNvPr id="0" name=""/>
        <dsp:cNvSpPr/>
      </dsp:nvSpPr>
      <dsp:spPr>
        <a:xfrm>
          <a:off x="0" y="649158"/>
          <a:ext cx="5259278" cy="538200"/>
        </a:xfrm>
        <a:prstGeom prst="roundRect">
          <a:avLst/>
        </a:prstGeom>
        <a:gradFill rotWithShape="0">
          <a:gsLst>
            <a:gs pos="0">
              <a:schemeClr val="accent2">
                <a:hueOff val="595867"/>
                <a:satOff val="3457"/>
                <a:lumOff val="3432"/>
                <a:alphaOff val="0"/>
                <a:tint val="98000"/>
                <a:lumMod val="110000"/>
              </a:schemeClr>
            </a:gs>
            <a:gs pos="84000">
              <a:schemeClr val="accent2">
                <a:hueOff val="595867"/>
                <a:satOff val="3457"/>
                <a:lumOff val="3432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1. Contrôle de flux Shiny</a:t>
          </a:r>
          <a:endParaRPr lang="en-US" sz="2300" kern="1200"/>
        </a:p>
      </dsp:txBody>
      <dsp:txXfrm>
        <a:off x="26273" y="675431"/>
        <a:ext cx="5206732" cy="485654"/>
      </dsp:txXfrm>
    </dsp:sp>
    <dsp:sp modelId="{7FEAB07B-FCDE-6345-B0C4-4E43CB7A3529}">
      <dsp:nvSpPr>
        <dsp:cNvPr id="0" name=""/>
        <dsp:cNvSpPr/>
      </dsp:nvSpPr>
      <dsp:spPr>
        <a:xfrm>
          <a:off x="0" y="1187358"/>
          <a:ext cx="5259278" cy="880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98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Pause automatique si données invalides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Messages d’erreur clairs en français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Expérience utilisateur professionnelle</a:t>
          </a:r>
        </a:p>
      </dsp:txBody>
      <dsp:txXfrm>
        <a:off x="0" y="1187358"/>
        <a:ext cx="5259278" cy="880785"/>
      </dsp:txXfrm>
    </dsp:sp>
    <dsp:sp modelId="{43C82D9B-8B18-9A46-A1FB-E2CC602BF8C5}">
      <dsp:nvSpPr>
        <dsp:cNvPr id="0" name=""/>
        <dsp:cNvSpPr/>
      </dsp:nvSpPr>
      <dsp:spPr>
        <a:xfrm>
          <a:off x="0" y="2068144"/>
          <a:ext cx="5259278" cy="538200"/>
        </a:xfrm>
        <a:prstGeom prst="roundRect">
          <a:avLst/>
        </a:prstGeom>
        <a:gradFill rotWithShape="0">
          <a:gsLst>
            <a:gs pos="0">
              <a:schemeClr val="accent2">
                <a:hueOff val="1191735"/>
                <a:satOff val="6913"/>
                <a:lumOff val="6864"/>
                <a:alphaOff val="0"/>
                <a:tint val="98000"/>
                <a:lumMod val="110000"/>
              </a:schemeClr>
            </a:gs>
            <a:gs pos="84000">
              <a:schemeClr val="accent2">
                <a:hueOff val="1191735"/>
                <a:satOff val="6913"/>
                <a:lumOff val="6864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2. Formatage des sorties</a:t>
          </a:r>
          <a:endParaRPr lang="en-US" sz="2300" kern="1200"/>
        </a:p>
      </dsp:txBody>
      <dsp:txXfrm>
        <a:off x="26273" y="2094417"/>
        <a:ext cx="5206732" cy="485654"/>
      </dsp:txXfrm>
    </dsp:sp>
    <dsp:sp modelId="{9A76E1FB-A1C7-6F42-9592-CBAD4F26DEAD}">
      <dsp:nvSpPr>
        <dsp:cNvPr id="0" name=""/>
        <dsp:cNvSpPr/>
      </dsp:nvSpPr>
      <dsp:spPr>
        <a:xfrm>
          <a:off x="0" y="2606344"/>
          <a:ext cx="5259278" cy="880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98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Arrondi automatique à 2 décimales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Symbole euro automatique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Alignement optimal des tableaux</a:t>
          </a:r>
        </a:p>
      </dsp:txBody>
      <dsp:txXfrm>
        <a:off x="0" y="2606344"/>
        <a:ext cx="5259278" cy="88078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B5B099-24BF-374A-AD23-9D5A55515C74}">
      <dsp:nvSpPr>
        <dsp:cNvPr id="0" name=""/>
        <dsp:cNvSpPr/>
      </dsp:nvSpPr>
      <dsp:spPr>
        <a:xfrm>
          <a:off x="1009" y="197847"/>
          <a:ext cx="3938306" cy="236298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Objectifs atteints</a:t>
          </a:r>
          <a:endParaRPr lang="en-US" sz="21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Application Shiny fonctionnelle et déployée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5 fonctions principales robustes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Interface utilisateur intuitive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Détection automatique des découverts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Prédiction ML sur 30 jours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Tests unitaires complets (8/8)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Documentation exhaustive</a:t>
          </a:r>
        </a:p>
      </dsp:txBody>
      <dsp:txXfrm>
        <a:off x="1009" y="197847"/>
        <a:ext cx="3938306" cy="2362983"/>
      </dsp:txXfrm>
    </dsp:sp>
    <dsp:sp modelId="{8E3E52AF-59AB-4D4E-A492-8B9A16B147EE}">
      <dsp:nvSpPr>
        <dsp:cNvPr id="0" name=""/>
        <dsp:cNvSpPr/>
      </dsp:nvSpPr>
      <dsp:spPr>
        <a:xfrm>
          <a:off x="4333146" y="197847"/>
          <a:ext cx="3938306" cy="2362983"/>
        </a:xfrm>
        <a:prstGeom prst="rect">
          <a:avLst/>
        </a:prstGeom>
        <a:solidFill>
          <a:schemeClr val="accent2">
            <a:hueOff val="1191735"/>
            <a:satOff val="6913"/>
            <a:lumOff val="6864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Compétences développées</a:t>
          </a:r>
          <a:endParaRPr lang="en-US" sz="21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Développement d’applications web avec 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Gestion avancée de données avec Tidyverse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Visualisation professionnelle avec ggplot2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Machine Learning appliqué (régression linéaire)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Déploiement et maintenance en production</a:t>
          </a:r>
        </a:p>
      </dsp:txBody>
      <dsp:txXfrm>
        <a:off x="4333146" y="197847"/>
        <a:ext cx="3938306" cy="23629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0" y="231432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4" y="765324"/>
            <a:ext cx="8245162" cy="1106260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5" y="1871584"/>
            <a:ext cx="8245160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4463" y="4467103"/>
            <a:ext cx="213360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5894" y="4463859"/>
            <a:ext cx="5187908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6233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1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1635373"/>
            <a:ext cx="8272211" cy="275872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8938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0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3856481"/>
            <a:ext cx="8468145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2282933"/>
            <a:ext cx="8272211" cy="1123130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3406063"/>
            <a:ext cx="8272211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51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5" y="1671003"/>
            <a:ext cx="4066793" cy="2724785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1671003"/>
            <a:ext cx="4066794" cy="2724785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7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5" y="1688169"/>
            <a:ext cx="3815306" cy="402004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2" y="1688169"/>
            <a:ext cx="3815305" cy="415030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7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512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547244"/>
            <a:ext cx="8272212" cy="7412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51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50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3856480"/>
            <a:ext cx="8473650" cy="9560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3946722"/>
            <a:ext cx="3682084" cy="517136"/>
          </a:xfrm>
        </p:spPr>
        <p:txBody>
          <a:bodyPr anchor="ctr"/>
          <a:lstStyle>
            <a:lvl1pPr algn="l">
              <a:defRPr sz="15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450900"/>
            <a:ext cx="8469630" cy="3153600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8" y="3946723"/>
            <a:ext cx="4402490" cy="517136"/>
          </a:xfrm>
        </p:spPr>
        <p:txBody>
          <a:bodyPr anchor="ctr">
            <a:normAutofit/>
          </a:bodyPr>
          <a:lstStyle>
            <a:lvl1pPr marL="0" indent="0" algn="r">
              <a:buNone/>
              <a:defRPr sz="825">
                <a:solidFill>
                  <a:schemeClr val="bg1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09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520042"/>
            <a:ext cx="8272212" cy="425054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449794"/>
            <a:ext cx="8468144" cy="266793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4" y="3945096"/>
            <a:ext cx="8272213" cy="449003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54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7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1" y="449794"/>
            <a:ext cx="2180113" cy="43627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506795"/>
            <a:ext cx="1503123" cy="388730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506795"/>
            <a:ext cx="5922209" cy="3887305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4467103"/>
            <a:ext cx="99610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3" y="4463859"/>
            <a:ext cx="592220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34962" y="4467103"/>
            <a:ext cx="87314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55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528843"/>
            <a:ext cx="8272212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1752002"/>
            <a:ext cx="8272212" cy="2642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34290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031610" y="34023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181373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7350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1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5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5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noucaboul-arch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anoucaboul-arch/Simulateur-budget-etudiant" TargetMode="External"/><Relationship Id="rId5" Type="http://schemas.openxmlformats.org/officeDocument/2006/relationships/hyperlink" Target="https://manoucaboul-arch.shinyapps.io/monbudget/" TargetMode="External"/><Relationship Id="rId4" Type="http://schemas.openxmlformats.org/officeDocument/2006/relationships/hyperlink" Target="https://github.com/bienvenue200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BFB7C5-23B6-4047-BF5E-F9EEBB437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7DA931-62D6-4B32-9103-84C0960AE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315" y="342900"/>
            <a:ext cx="4686340" cy="43948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7259" y="637308"/>
            <a:ext cx="4145245" cy="3559377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fr-FR" sz="4500">
                <a:solidFill>
                  <a:srgbClr val="FFFFFF"/>
                </a:solidFill>
              </a:rPr>
              <a:t>Simulateur Budget Étudiant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95E140-9B6E-43E9-B17E-CDFE3FCA8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340231"/>
            <a:ext cx="2711696" cy="439747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37807" y="501555"/>
            <a:ext cx="2360282" cy="3695130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fr-FR" sz="2600">
                <a:solidFill>
                  <a:srgbClr val="FFFFFF"/>
                </a:solidFill>
              </a:rPr>
              <a:t>Application Shiny pour la gestion financière</a:t>
            </a:r>
            <a:br>
              <a:rPr lang="fr-FR" sz="2600">
                <a:solidFill>
                  <a:srgbClr val="FFFFFF"/>
                </a:solidFill>
              </a:rPr>
            </a:br>
            <a:br>
              <a:rPr lang="fr-FR" sz="2600">
                <a:solidFill>
                  <a:srgbClr val="FFFFFF"/>
                </a:solidFill>
              </a:rPr>
            </a:br>
            <a:r>
              <a:rPr lang="fr-FR" sz="2600">
                <a:solidFill>
                  <a:srgbClr val="FFFFFF"/>
                </a:solidFill>
              </a:rPr>
              <a:t>CABOUL Emma &amp; TCHAKAH Abra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C3CD9F-A361-4496-A6E0-24338B2A6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5893" y="342900"/>
            <a:ext cx="829623" cy="439480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37806" y="4467102"/>
            <a:ext cx="1608170" cy="273844"/>
          </a:xfrm>
        </p:spPr>
        <p:txBody>
          <a:bodyPr>
            <a:normAutofit/>
          </a:bodyPr>
          <a:lstStyle/>
          <a:p>
            <a:pPr marL="0" lvl="0" indent="0" algn="l">
              <a:spcAft>
                <a:spcPts val="600"/>
              </a:spcAft>
              <a:buNone/>
            </a:pPr>
            <a:r>
              <a:rPr lang="fr-FR">
                <a:solidFill>
                  <a:srgbClr val="FFFFFF">
                    <a:alpha val="80000"/>
                  </a:srgbClr>
                </a:solidFill>
              </a:rPr>
              <a:t>Janvier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>
                <a:solidFill>
                  <a:srgbClr val="FFFEFF"/>
                </a:solidFill>
              </a:rPr>
              <a:t>Plan de Présentation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B0ABF8-3FB3-BFBA-CDCC-84C8096BC7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4437582"/>
              </p:ext>
            </p:extLst>
          </p:nvPr>
        </p:nvGraphicFramePr>
        <p:xfrm>
          <a:off x="435768" y="1635918"/>
          <a:ext cx="8272463" cy="2758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>
                <a:solidFill>
                  <a:srgbClr val="FFFEFF"/>
                </a:solidFill>
              </a:rPr>
              <a:t>Contexte et Problématique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6F6A91-7986-FAF5-D2E0-ADF6BBF492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5228925"/>
              </p:ext>
            </p:extLst>
          </p:nvPr>
        </p:nvGraphicFramePr>
        <p:xfrm>
          <a:off x="435768" y="1635918"/>
          <a:ext cx="8272463" cy="2758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5F28DDD-9641-43BA-944D-79B06870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671" y="778475"/>
            <a:ext cx="2290568" cy="3531848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fr-FR">
                <a:solidFill>
                  <a:schemeClr val="accent1"/>
                </a:solidFill>
              </a:rPr>
              <a:t>Objectifs du Projet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AA2954-062E-4B72-A97B-0B066FB15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CA29A6-E0B1-40CD-ADF7-7B8E932A3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D5F866-AD72-475A-B6C6-54E4577D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2BAD4C-6EA9-4F10-92D4-A1C8C53D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5138" y="542923"/>
            <a:ext cx="5623962" cy="425767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630D36-7E27-CFA2-3C7E-52863A2482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452905"/>
              </p:ext>
            </p:extLst>
          </p:nvPr>
        </p:nvGraphicFramePr>
        <p:xfrm>
          <a:off x="3448828" y="778475"/>
          <a:ext cx="5259278" cy="3531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>
                <a:solidFill>
                  <a:srgbClr val="FFFEFF"/>
                </a:solidFill>
              </a:rPr>
              <a:t>Architecture Technique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4B5755A8-F4A2-C614-79F4-0973DD6F7E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637947"/>
              </p:ext>
            </p:extLst>
          </p:nvPr>
        </p:nvGraphicFramePr>
        <p:xfrm>
          <a:off x="435768" y="1635918"/>
          <a:ext cx="8272463" cy="2758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A97CA5D-BCDD-4F61-B77F-34068368B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Tableau périodique des éléments">
            <a:extLst>
              <a:ext uri="{FF2B5EF4-FFF2-40B4-BE49-F238E27FC236}">
                <a16:creationId xmlns:a16="http://schemas.microsoft.com/office/drawing/2014/main" id="{D4850F35-8D15-9818-5E6C-AA42EAB04D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13453" b="1961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B80117C-7F39-43C5-86D0-1B3E99AB5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460805"/>
            <a:ext cx="8482004" cy="89197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>
                <a:solidFill>
                  <a:srgbClr val="FFFFFF"/>
                </a:solidFill>
              </a:rPr>
              <a:t>Fonction 1 : Génération des Flux Temporels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9BB93-2DF4-4EFD-94C3-A0CC895CD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4900" y="340232"/>
            <a:ext cx="8474200" cy="73915"/>
            <a:chOff x="446534" y="453643"/>
            <a:chExt cx="11298933" cy="9855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0B3C702-83B2-4274-BF5A-C42475E28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B7BEE93-7680-4E07-8B35-53D4D53F2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626784A-218C-4257-AC79-DD5BC6EF9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4" y="1635372"/>
            <a:ext cx="8272211" cy="2758727"/>
          </a:xfrm>
        </p:spPr>
        <p:txBody>
          <a:bodyPr>
            <a:normAutofit/>
          </a:bodyPr>
          <a:lstStyle/>
          <a:p>
            <a:pPr lvl="0" indent="0">
              <a:lnSpc>
                <a:spcPct val="90000"/>
              </a:lnSpc>
              <a:buNone/>
            </a:pPr>
            <a:r>
              <a:rPr lang="fr-FR" sz="1000">
                <a:latin typeface="Courier"/>
              </a:rPr>
              <a:t>generer_donnees_temporelles &lt;- </a:t>
            </a:r>
            <a:r>
              <a:rPr lang="fr-FR" sz="1000" b="1">
                <a:latin typeface="Courier"/>
              </a:rPr>
              <a:t>function</a:t>
            </a:r>
            <a:r>
              <a:rPr lang="fr-FR" sz="1000">
                <a:latin typeface="Courier"/>
              </a:rPr>
              <a:t>(</a:t>
            </a:r>
            <a:br>
              <a:rPr lang="fr-FR" sz="1000"/>
            </a:br>
            <a:r>
              <a:rPr lang="fr-FR" sz="1000">
                <a:latin typeface="Courier"/>
              </a:rPr>
              <a:t>    montant, jour, nom, debut, fin, type) {</a:t>
            </a:r>
            <a:br>
              <a:rPr lang="fr-FR" sz="1000"/>
            </a:br>
            <a:r>
              <a:rPr lang="fr-FR" sz="1000">
                <a:latin typeface="Courier"/>
              </a:rPr>
              <a:t>  </a:t>
            </a:r>
            <a:br>
              <a:rPr lang="fr-FR" sz="1000"/>
            </a:br>
            <a:r>
              <a:rPr lang="fr-FR" sz="1000">
                <a:latin typeface="Courier"/>
              </a:rPr>
              <a:t>  sequence_mois &lt;- seq(from = floor_date(debut, "month"), </a:t>
            </a:r>
            <a:br>
              <a:rPr lang="fr-FR" sz="1000"/>
            </a:br>
            <a:r>
              <a:rPr lang="fr-FR" sz="1000">
                <a:latin typeface="Courier"/>
              </a:rPr>
              <a:t>                       to = floor_date(fin, "month"), </a:t>
            </a:r>
            <a:br>
              <a:rPr lang="fr-FR" sz="1000"/>
            </a:br>
            <a:r>
              <a:rPr lang="fr-FR" sz="1000">
                <a:latin typeface="Courier"/>
              </a:rPr>
              <a:t>                       by = "month")</a:t>
            </a:r>
            <a:br>
              <a:rPr lang="fr-FR" sz="1000"/>
            </a:br>
            <a:r>
              <a:rPr lang="fr-FR" sz="1000">
                <a:latin typeface="Courier"/>
              </a:rPr>
              <a:t>  </a:t>
            </a:r>
            <a:br>
              <a:rPr lang="fr-FR" sz="1000"/>
            </a:br>
            <a:r>
              <a:rPr lang="fr-FR" sz="1000">
                <a:latin typeface="Courier"/>
              </a:rPr>
              <a:t>  jours_max &lt;- days_in_month(sequence_mois)</a:t>
            </a:r>
            <a:br>
              <a:rPr lang="fr-FR" sz="1000"/>
            </a:br>
            <a:r>
              <a:rPr lang="fr-FR" sz="1000">
                <a:latin typeface="Courier"/>
              </a:rPr>
              <a:t>  dates_flux &lt;- as.Date(paste0(</a:t>
            </a:r>
            <a:br>
              <a:rPr lang="fr-FR" sz="1000"/>
            </a:br>
            <a:r>
              <a:rPr lang="fr-FR" sz="1000">
                <a:latin typeface="Courier"/>
              </a:rPr>
              <a:t>    format(sequence_mois, "%Y-%m-"), </a:t>
            </a:r>
            <a:br>
              <a:rPr lang="fr-FR" sz="1000"/>
            </a:br>
            <a:r>
              <a:rPr lang="fr-FR" sz="1000">
                <a:latin typeface="Courier"/>
              </a:rPr>
              <a:t>    pmin(jour, jours_max)))</a:t>
            </a:r>
            <a:br>
              <a:rPr lang="fr-FR" sz="1000"/>
            </a:br>
            <a:r>
              <a:rPr lang="fr-FR" sz="1000">
                <a:latin typeface="Courier"/>
              </a:rPr>
              <a:t>  </a:t>
            </a:r>
            <a:br>
              <a:rPr lang="fr-FR" sz="1000"/>
            </a:br>
            <a:r>
              <a:rPr lang="fr-FR" sz="1000">
                <a:latin typeface="Courier"/>
              </a:rPr>
              <a:t>  tibble(date = dates_flux,</a:t>
            </a:r>
            <a:br>
              <a:rPr lang="fr-FR" sz="1000"/>
            </a:br>
            <a:r>
              <a:rPr lang="fr-FR" sz="1000">
                <a:latin typeface="Courier"/>
              </a:rPr>
              <a:t>         montant = abs(montant) * </a:t>
            </a:r>
            <a:br>
              <a:rPr lang="fr-FR" sz="1000"/>
            </a:br>
            <a:r>
              <a:rPr lang="fr-FR" sz="1000">
                <a:latin typeface="Courier"/>
              </a:rPr>
              <a:t>                   ifelse(type == "depense", -1, 1),</a:t>
            </a:r>
            <a:br>
              <a:rPr lang="fr-FR" sz="1000"/>
            </a:br>
            <a:r>
              <a:rPr lang="fr-FR" sz="1000">
                <a:latin typeface="Courier"/>
              </a:rPr>
              <a:t>         label = nom)</a:t>
            </a:r>
            <a:br>
              <a:rPr lang="fr-FR" sz="1000"/>
            </a:br>
            <a:r>
              <a:rPr lang="fr-FR" sz="1000">
                <a:latin typeface="Courier"/>
              </a:rPr>
              <a:t>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fr-FR" sz="1000" b="1"/>
              <a:t>Points clés</a:t>
            </a:r>
            <a:r>
              <a:rPr lang="fr-FR" sz="1000"/>
              <a:t> : Gestion automatique des mois de 28, 29, 30 ou 31 jours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A97CA5D-BCDD-4F61-B77F-34068368B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Tableau périodique des éléments">
            <a:extLst>
              <a:ext uri="{FF2B5EF4-FFF2-40B4-BE49-F238E27FC236}">
                <a16:creationId xmlns:a16="http://schemas.microsoft.com/office/drawing/2014/main" id="{C7C6EF7D-E2F6-7E8A-B9B0-1013D066C5C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13453" b="1961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B80117C-7F39-43C5-86D0-1B3E99AB5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460805"/>
            <a:ext cx="8482004" cy="89197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>
                <a:solidFill>
                  <a:srgbClr val="FFFFFF"/>
                </a:solidFill>
              </a:rPr>
              <a:t>Fonction 2 : Simulation du Budget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2A9BB93-2DF4-4EFD-94C3-A0CC895CD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4900" y="340232"/>
            <a:ext cx="8474200" cy="73915"/>
            <a:chOff x="446534" y="453643"/>
            <a:chExt cx="11298933" cy="9855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0B3C702-83B2-4274-BF5A-C42475E28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B7BEE93-7680-4E07-8B35-53D4D53F2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626784A-218C-4257-AC79-DD5BC6EF9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4" y="1635372"/>
            <a:ext cx="8272211" cy="2758727"/>
          </a:xfrm>
        </p:spPr>
        <p:txBody>
          <a:bodyPr>
            <a:normAutofit/>
          </a:bodyPr>
          <a:lstStyle/>
          <a:p>
            <a:pPr lvl="0" indent="0">
              <a:lnSpc>
                <a:spcPct val="90000"/>
              </a:lnSpc>
              <a:buNone/>
            </a:pPr>
            <a:r>
              <a:rPr lang="fr-FR" sz="1200">
                <a:latin typeface="Courier"/>
              </a:rPr>
              <a:t>simuler_evolution_budget &lt;- </a:t>
            </a:r>
            <a:r>
              <a:rPr lang="fr-FR" sz="1200" b="1">
                <a:latin typeface="Courier"/>
              </a:rPr>
              <a:t>function</a:t>
            </a:r>
            <a:r>
              <a:rPr lang="fr-FR" sz="1200">
                <a:latin typeface="Courier"/>
              </a:rPr>
              <a:t>(</a:t>
            </a:r>
            <a:br>
              <a:rPr lang="fr-FR" sz="1200"/>
            </a:br>
            <a:r>
              <a:rPr lang="fr-FR" sz="1200">
                <a:latin typeface="Courier"/>
              </a:rPr>
              <a:t>    solde_init, debut, fin, flux_auto, flux_imprevus) {</a:t>
            </a:r>
            <a:br>
              <a:rPr lang="fr-FR" sz="1200"/>
            </a:br>
            <a:r>
              <a:rPr lang="fr-FR" sz="1200">
                <a:latin typeface="Courier"/>
              </a:rPr>
              <a:t>  </a:t>
            </a:r>
            <a:br>
              <a:rPr lang="fr-FR" sz="1200"/>
            </a:br>
            <a:r>
              <a:rPr lang="fr-FR" sz="1200">
                <a:latin typeface="Courier"/>
              </a:rPr>
              <a:t>  calendrier &lt;- tibble(date = seq.Date(debut, fin, by = "day"))</a:t>
            </a:r>
            <a:br>
              <a:rPr lang="fr-FR" sz="1200"/>
            </a:br>
            <a:r>
              <a:rPr lang="fr-FR" sz="1200">
                <a:latin typeface="Courier"/>
              </a:rPr>
              <a:t>  </a:t>
            </a:r>
            <a:br>
              <a:rPr lang="fr-FR" sz="1200"/>
            </a:br>
            <a:r>
              <a:rPr lang="fr-FR" sz="1200">
                <a:latin typeface="Courier"/>
              </a:rPr>
              <a:t>  tous_flux &lt;- bind_rows(flux_auto, flux_imprevus) %&gt;% </a:t>
            </a:r>
            <a:br>
              <a:rPr lang="fr-FR" sz="1200"/>
            </a:br>
            <a:r>
              <a:rPr lang="fr-FR" sz="1200">
                <a:latin typeface="Courier"/>
              </a:rPr>
              <a:t>    group_by(date) %&gt;% </a:t>
            </a:r>
            <a:br>
              <a:rPr lang="fr-FR" sz="1200"/>
            </a:br>
            <a:r>
              <a:rPr lang="fr-FR" sz="1200">
                <a:latin typeface="Courier"/>
              </a:rPr>
              <a:t>    summarise(m = sum(montant), .groups = "drop")</a:t>
            </a:r>
            <a:br>
              <a:rPr lang="fr-FR" sz="1200"/>
            </a:br>
            <a:r>
              <a:rPr lang="fr-FR" sz="1200">
                <a:latin typeface="Courier"/>
              </a:rPr>
              <a:t>  </a:t>
            </a:r>
            <a:br>
              <a:rPr lang="fr-FR" sz="1200"/>
            </a:br>
            <a:r>
              <a:rPr lang="fr-FR" sz="1200">
                <a:latin typeface="Courier"/>
              </a:rPr>
              <a:t>  calendrier %&gt;% </a:t>
            </a:r>
            <a:br>
              <a:rPr lang="fr-FR" sz="1200"/>
            </a:br>
            <a:r>
              <a:rPr lang="fr-FR" sz="1200">
                <a:latin typeface="Courier"/>
              </a:rPr>
              <a:t>    left_join(tous_flux, by = "date") %&gt;%</a:t>
            </a:r>
            <a:br>
              <a:rPr lang="fr-FR" sz="1200"/>
            </a:br>
            <a:r>
              <a:rPr lang="fr-FR" sz="1200">
                <a:latin typeface="Courier"/>
              </a:rPr>
              <a:t>    mutate(m = replace_na(m, 0), </a:t>
            </a:r>
            <a:br>
              <a:rPr lang="fr-FR" sz="1200"/>
            </a:br>
            <a:r>
              <a:rPr lang="fr-FR" sz="1200">
                <a:latin typeface="Courier"/>
              </a:rPr>
              <a:t>           solde = solde_init + cumsum(m))</a:t>
            </a:r>
            <a:br>
              <a:rPr lang="fr-FR" sz="1200"/>
            </a:br>
            <a:r>
              <a:rPr lang="fr-FR" sz="1200">
                <a:latin typeface="Courier"/>
              </a:rPr>
              <a:t>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fr-FR" sz="1200" b="1"/>
              <a:t>Innovation</a:t>
            </a:r>
            <a:r>
              <a:rPr lang="fr-FR" sz="1200"/>
              <a:t> : Utilisation de </a:t>
            </a:r>
            <a:r>
              <a:rPr lang="fr-FR" sz="1200">
                <a:latin typeface="Courier"/>
              </a:rPr>
              <a:t>cumsum()</a:t>
            </a:r>
            <a:r>
              <a:rPr lang="fr-FR" sz="1200"/>
              <a:t> pour un calcul efficace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8489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775041"/>
            <a:ext cx="3619692" cy="3619057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fr-FR" sz="4100">
                <a:solidFill>
                  <a:srgbClr val="FFFFFF"/>
                </a:solidFill>
              </a:rPr>
              <a:t>Fonction 3 : Analyse des Risques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934" y="345651"/>
            <a:ext cx="3621024" cy="83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7080" y="345651"/>
            <a:ext cx="3621024" cy="837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6826" y="775042"/>
            <a:ext cx="3641278" cy="3619057"/>
          </a:xfrm>
          <a:ln w="57150">
            <a:noFill/>
          </a:ln>
        </p:spPr>
        <p:txBody>
          <a:bodyPr anchor="ctr">
            <a:normAutofit/>
          </a:bodyPr>
          <a:lstStyle/>
          <a:p>
            <a:pPr lvl="0" indent="0">
              <a:lnSpc>
                <a:spcPct val="90000"/>
              </a:lnSpc>
              <a:buNone/>
            </a:pPr>
            <a:r>
              <a:rPr lang="fr-FR" sz="1200">
                <a:solidFill>
                  <a:schemeClr val="accent2">
                    <a:lumMod val="50000"/>
                  </a:schemeClr>
                </a:solidFill>
                <a:latin typeface="Courier"/>
              </a:rPr>
              <a:t>analyser_risques_financiers &lt;- </a:t>
            </a:r>
            <a:r>
              <a:rPr lang="fr-FR" sz="1200" b="1">
                <a:solidFill>
                  <a:schemeClr val="accent2">
                    <a:lumMod val="50000"/>
                  </a:schemeClr>
                </a:solidFill>
                <a:latin typeface="Courier"/>
              </a:rPr>
              <a:t>function</a:t>
            </a:r>
            <a:r>
              <a:rPr lang="fr-FR" sz="1200">
                <a:solidFill>
                  <a:schemeClr val="accent2">
                    <a:lumMod val="50000"/>
                  </a:schemeClr>
                </a:solidFill>
                <a:latin typeface="Courier"/>
              </a:rPr>
              <a:t>(df_evolution) {</a:t>
            </a:r>
            <a:br>
              <a:rPr lang="fr-FR" sz="1200">
                <a:solidFill>
                  <a:schemeClr val="accent2">
                    <a:lumMod val="50000"/>
                  </a:schemeClr>
                </a:solidFill>
              </a:rPr>
            </a:br>
            <a:r>
              <a:rPr lang="fr-FR" sz="1200">
                <a:solidFill>
                  <a:schemeClr val="accent2">
                    <a:lumMod val="50000"/>
                  </a:schemeClr>
                </a:solidFill>
                <a:latin typeface="Courier"/>
              </a:rPr>
              <a:t>  point_bas &lt;- min(df_evolution$solde, na.rm = TRUE)</a:t>
            </a:r>
            <a:br>
              <a:rPr lang="fr-FR" sz="1200">
                <a:solidFill>
                  <a:schemeClr val="accent2">
                    <a:lumMod val="50000"/>
                  </a:schemeClr>
                </a:solidFill>
              </a:rPr>
            </a:br>
            <a:r>
              <a:rPr lang="fr-FR" sz="1200">
                <a:solidFill>
                  <a:schemeClr val="accent2">
                    <a:lumMod val="50000"/>
                  </a:schemeClr>
                </a:solidFill>
                <a:latin typeface="Courier"/>
              </a:rPr>
              <a:t>  </a:t>
            </a:r>
            <a:br>
              <a:rPr lang="fr-FR" sz="1200">
                <a:solidFill>
                  <a:schemeClr val="accent2">
                    <a:lumMod val="50000"/>
                  </a:schemeClr>
                </a:solidFill>
              </a:rPr>
            </a:br>
            <a:r>
              <a:rPr lang="fr-FR" sz="1200">
                <a:solidFill>
                  <a:schemeClr val="accent2">
                    <a:lumMod val="50000"/>
                  </a:schemeClr>
                </a:solidFill>
                <a:latin typeface="Courier"/>
              </a:rPr>
              <a:t>  tibble(</a:t>
            </a:r>
            <a:br>
              <a:rPr lang="fr-FR" sz="1200">
                <a:solidFill>
                  <a:schemeClr val="accent2">
                    <a:lumMod val="50000"/>
                  </a:schemeClr>
                </a:solidFill>
              </a:rPr>
            </a:br>
            <a:r>
              <a:rPr lang="fr-FR" sz="1200">
                <a:solidFill>
                  <a:schemeClr val="accent2">
                    <a:lumMod val="50000"/>
                  </a:schemeClr>
                </a:solidFill>
                <a:latin typeface="Courier"/>
              </a:rPr>
              <a:t>    mini = point_bas, </a:t>
            </a:r>
            <a:br>
              <a:rPr lang="fr-FR" sz="1200">
                <a:solidFill>
                  <a:schemeClr val="accent2">
                    <a:lumMod val="50000"/>
                  </a:schemeClr>
                </a:solidFill>
              </a:rPr>
            </a:br>
            <a:r>
              <a:rPr lang="fr-FR" sz="1200">
                <a:solidFill>
                  <a:schemeClr val="accent2">
                    <a:lumMod val="50000"/>
                  </a:schemeClr>
                </a:solidFill>
                <a:latin typeface="Courier"/>
              </a:rPr>
              <a:t>    alerte = ifelse(point_bas &lt; 0, "DANGER", "OK"),</a:t>
            </a:r>
            <a:br>
              <a:rPr lang="fr-FR" sz="1200">
                <a:solidFill>
                  <a:schemeClr val="accent2">
                    <a:lumMod val="50000"/>
                  </a:schemeClr>
                </a:solidFill>
              </a:rPr>
            </a:br>
            <a:r>
              <a:rPr lang="fr-FR" sz="1200">
                <a:solidFill>
                  <a:schemeClr val="accent2">
                    <a:lumMod val="50000"/>
                  </a:schemeClr>
                </a:solidFill>
                <a:latin typeface="Courier"/>
              </a:rPr>
              <a:t>    couleur = ifelse(point_bas &lt; 0, "red", "green")</a:t>
            </a:r>
            <a:br>
              <a:rPr lang="fr-FR" sz="1200">
                <a:solidFill>
                  <a:schemeClr val="accent2">
                    <a:lumMod val="50000"/>
                  </a:schemeClr>
                </a:solidFill>
              </a:rPr>
            </a:br>
            <a:r>
              <a:rPr lang="fr-FR" sz="1200">
                <a:solidFill>
                  <a:schemeClr val="accent2">
                    <a:lumMod val="50000"/>
                  </a:schemeClr>
                </a:solidFill>
                <a:latin typeface="Courier"/>
              </a:rPr>
              <a:t>  )</a:t>
            </a:r>
            <a:br>
              <a:rPr lang="fr-FR" sz="1200">
                <a:solidFill>
                  <a:schemeClr val="accent2">
                    <a:lumMod val="50000"/>
                  </a:schemeClr>
                </a:solidFill>
              </a:rPr>
            </a:br>
            <a:r>
              <a:rPr lang="fr-FR" sz="1200">
                <a:solidFill>
                  <a:schemeClr val="accent2">
                    <a:lumMod val="50000"/>
                  </a:schemeClr>
                </a:solidFill>
                <a:latin typeface="Courier"/>
              </a:rPr>
              <a:t>}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fr-FR" sz="1200" b="1">
                <a:solidFill>
                  <a:schemeClr val="accent2">
                    <a:lumMod val="50000"/>
                  </a:schemeClr>
                </a:solidFill>
              </a:rPr>
              <a:t>Résultat</a:t>
            </a:r>
            <a:r>
              <a:rPr lang="fr-FR" sz="1200">
                <a:solidFill>
                  <a:schemeClr val="accent2">
                    <a:lumMod val="50000"/>
                  </a:schemeClr>
                </a:solidFill>
              </a:rPr>
              <a:t> : Retourne 3 indicateurs clés</a:t>
            </a:r>
          </a:p>
          <a:p>
            <a:pPr lvl="0">
              <a:lnSpc>
                <a:spcPct val="90000"/>
              </a:lnSpc>
            </a:pPr>
            <a:r>
              <a:rPr lang="fr-FR" sz="1200">
                <a:solidFill>
                  <a:schemeClr val="accent2">
                    <a:lumMod val="50000"/>
                  </a:schemeClr>
                </a:solidFill>
                <a:latin typeface="Courier"/>
              </a:rPr>
              <a:t>mini</a:t>
            </a:r>
            <a:r>
              <a:rPr lang="fr-FR" sz="1200">
                <a:solidFill>
                  <a:schemeClr val="accent2">
                    <a:lumMod val="50000"/>
                  </a:schemeClr>
                </a:solidFill>
              </a:rPr>
              <a:t> : Solde minimum atteint</a:t>
            </a:r>
          </a:p>
          <a:p>
            <a:pPr lvl="0">
              <a:lnSpc>
                <a:spcPct val="90000"/>
              </a:lnSpc>
            </a:pPr>
            <a:r>
              <a:rPr lang="fr-FR" sz="1200">
                <a:solidFill>
                  <a:schemeClr val="accent2">
                    <a:lumMod val="50000"/>
                  </a:schemeClr>
                </a:solidFill>
                <a:latin typeface="Courier"/>
              </a:rPr>
              <a:t>alerte</a:t>
            </a:r>
            <a:r>
              <a:rPr lang="fr-FR" sz="1200">
                <a:solidFill>
                  <a:schemeClr val="accent2">
                    <a:lumMod val="50000"/>
                  </a:schemeClr>
                </a:solidFill>
              </a:rPr>
              <a:t> : “DANGER” ou “OK”</a:t>
            </a:r>
          </a:p>
          <a:p>
            <a:pPr lvl="0">
              <a:lnSpc>
                <a:spcPct val="90000"/>
              </a:lnSpc>
            </a:pPr>
            <a:r>
              <a:rPr lang="fr-FR" sz="1200">
                <a:solidFill>
                  <a:schemeClr val="accent2">
                    <a:lumMod val="50000"/>
                  </a:schemeClr>
                </a:solidFill>
                <a:latin typeface="Courier"/>
              </a:rPr>
              <a:t>couleur</a:t>
            </a:r>
            <a:r>
              <a:rPr lang="fr-FR" sz="1200">
                <a:solidFill>
                  <a:schemeClr val="accent2">
                    <a:lumMod val="50000"/>
                  </a:schemeClr>
                </a:solidFill>
              </a:rPr>
              <a:t> : Code couleur pour l’affichage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Fonction 4 : Analyse des Dépenses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>
                <a:latin typeface="Courier"/>
              </a:rPr>
              <a:t>analyser_depenses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(flux_table) {</a:t>
            </a:r>
            <a:br/>
            <a:r>
              <a:rPr>
                <a:latin typeface="Courier"/>
              </a:rPr>
              <a:t>  depenses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flux_table[flux_table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montant </a:t>
            </a:r>
            <a:r>
              <a:rPr>
                <a:solidFill>
                  <a:srgbClr val="4070A0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]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moyenne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abs</a:t>
            </a:r>
            <a:r>
              <a:rPr>
                <a:latin typeface="Courier"/>
              </a:rPr>
              <a:t>(depenses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montant)),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mediane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median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abs</a:t>
            </a:r>
            <a:r>
              <a:rPr>
                <a:latin typeface="Courier"/>
              </a:rPr>
              <a:t>(depenses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montant)),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total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abs</a:t>
            </a:r>
            <a:r>
              <a:rPr>
                <a:latin typeface="Courier"/>
              </a:rPr>
              <a:t>(depenses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montant)),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nb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(depenses)</a:t>
            </a:r>
            <a:br/>
            <a:r>
              <a:rPr>
                <a:latin typeface="Courier"/>
              </a:rPr>
              <a:t>  )</a:t>
            </a:r>
            <a:br/>
            <a:r>
              <a:rPr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b="1"/>
              <a:t>Fonctionnalité avancée :</a:t>
            </a:r>
            <a:r>
              <a:t> Calcul automatique des statistiques de dépenses</a:t>
            </a:r>
          </a:p>
          <a:p>
            <a:pPr lvl="0"/>
            <a:r>
              <a:t>Dépense moyenne et médiane</a:t>
            </a:r>
          </a:p>
          <a:p>
            <a:pPr lvl="0"/>
            <a:r>
              <a:t>Total des dépenses</a:t>
            </a:r>
          </a:p>
          <a:p>
            <a:pPr lvl="0"/>
            <a:r>
              <a:t>Nombre de transactions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Fonction 5 : Prédiction du Solde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indent="0">
              <a:buNone/>
            </a:pPr>
            <a:r>
              <a:rPr>
                <a:latin typeface="Courier"/>
              </a:rPr>
              <a:t>predire_solde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(df_evolution, </a:t>
            </a:r>
            <a:r>
              <a:rPr>
                <a:solidFill>
                  <a:srgbClr val="7D9029"/>
                </a:solidFill>
                <a:latin typeface="Courier"/>
              </a:rPr>
              <a:t>jours_futurs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) {</a:t>
            </a:r>
            <a:br/>
            <a:r>
              <a:rPr>
                <a:latin typeface="Courier"/>
              </a:rPr>
              <a:t>  modele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lm</a:t>
            </a:r>
            <a:r>
              <a:rPr>
                <a:latin typeface="Courier"/>
              </a:rPr>
              <a:t>(solde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as.numeric</a:t>
            </a:r>
            <a:r>
              <a:rPr>
                <a:latin typeface="Courier"/>
              </a:rPr>
              <a:t>(date),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df_evolution)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derniere_date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(df_evolution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date)</a:t>
            </a:r>
            <a:br/>
            <a:r>
              <a:rPr>
                <a:latin typeface="Courier"/>
              </a:rPr>
              <a:t>  dates_futures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seq.Date</a:t>
            </a:r>
            <a:r>
              <a:rPr>
                <a:latin typeface="Courier"/>
              </a:rPr>
              <a:t>(derniere_date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        derniere_date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jours_futurs,</a:t>
            </a:r>
            <a:br/>
            <a:r>
              <a:rPr>
                <a:latin typeface="Courier"/>
              </a:rPr>
              <a:t>                            </a:t>
            </a:r>
            <a:r>
              <a:rPr>
                <a:solidFill>
                  <a:srgbClr val="7D9029"/>
                </a:solidFill>
                <a:latin typeface="Courier"/>
              </a:rPr>
              <a:t>by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"day"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prediction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data.frame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date =</a:t>
            </a:r>
            <a:r>
              <a:rPr>
                <a:latin typeface="Courier"/>
              </a:rPr>
              <a:t> dates_futures,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solde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predict</a:t>
            </a:r>
            <a:r>
              <a:rPr>
                <a:latin typeface="Courier"/>
              </a:rPr>
              <a:t>(modele, </a:t>
            </a:r>
            <a:r>
              <a:rPr>
                <a:solidFill>
                  <a:srgbClr val="7D9029"/>
                </a:solidFill>
                <a:latin typeface="Courier"/>
              </a:rPr>
              <a:t>newdata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data.frame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date =</a:t>
            </a:r>
            <a:r>
              <a:rPr>
                <a:latin typeface="Courier"/>
              </a:rPr>
              <a:t> dates_futures))</a:t>
            </a:r>
            <a:br/>
            <a:r>
              <a:rPr>
                <a:latin typeface="Courier"/>
              </a:rPr>
              <a:t>  )</a:t>
            </a:r>
            <a:br/>
            <a:r>
              <a:rPr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b="1"/>
              <a:t>Machine Learning :</a:t>
            </a:r>
            <a:r>
              <a:t> Régression linéaire pour projeter le solde sur 30 jours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798E696-4BBA-46BE-AD86-F7E300B89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1022"/>
            <a:ext cx="9143999" cy="46924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0B0CA3-C333-4560-9975-E31D1B7B9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542924"/>
            <a:ext cx="2777490" cy="4249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7232" y="778475"/>
            <a:ext cx="2290568" cy="3531848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fr-FR">
                <a:solidFill>
                  <a:srgbClr val="FFFEFF"/>
                </a:solidFill>
              </a:rPr>
              <a:t>Interface Utilisateur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35B8F3-3C55-FE9A-9D9D-56F0CFEAE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5450018"/>
              </p:ext>
            </p:extLst>
          </p:nvPr>
        </p:nvGraphicFramePr>
        <p:xfrm>
          <a:off x="364524" y="778475"/>
          <a:ext cx="5259278" cy="3531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450" y="526617"/>
            <a:ext cx="5368399" cy="7603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>
                <a:solidFill>
                  <a:schemeClr val="accent1"/>
                </a:solidFill>
              </a:rPr>
              <a:t>Dashboard Principal</a:t>
            </a:r>
          </a:p>
        </p:txBody>
      </p:sp>
      <p:pic>
        <p:nvPicPr>
          <p:cNvPr id="16" name="Picture 15" descr="Loupe montrant des performances en baisse">
            <a:extLst>
              <a:ext uri="{FF2B5EF4-FFF2-40B4-BE49-F238E27FC236}">
                <a16:creationId xmlns:a16="http://schemas.microsoft.com/office/drawing/2014/main" id="{5FAB2CDF-C8BA-4927-05D7-73346C9B6B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11" r="45175"/>
          <a:stretch>
            <a:fillRect/>
          </a:stretch>
        </p:blipFill>
        <p:spPr>
          <a:xfrm>
            <a:off x="20" y="10"/>
            <a:ext cx="3098779" cy="514348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450" y="342900"/>
            <a:ext cx="5417820" cy="68580"/>
          </a:xfrm>
          <a:prstGeom prst="rect">
            <a:avLst/>
          </a:prstGeom>
          <a:solidFill>
            <a:srgbClr val="5BA3F4"/>
          </a:solidFill>
          <a:ln>
            <a:solidFill>
              <a:srgbClr val="5BA3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450" y="1422399"/>
            <a:ext cx="5368400" cy="2971700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buClr>
                <a:srgbClr val="5BA3F4"/>
              </a:buClr>
              <a:buNone/>
            </a:pPr>
            <a:r>
              <a:rPr lang="fr-FR" sz="1200" b="1"/>
              <a:t>6 Indicateurs Clés (ValueBoxes)</a:t>
            </a:r>
          </a:p>
          <a:p>
            <a:pPr marL="342900" lvl="0" indent="-342900">
              <a:lnSpc>
                <a:spcPct val="90000"/>
              </a:lnSpc>
              <a:buClr>
                <a:srgbClr val="5BA3F4"/>
              </a:buClr>
              <a:buAutoNum type="arabicPeriod"/>
            </a:pPr>
            <a:r>
              <a:rPr lang="fr-FR" sz="1200"/>
              <a:t>Solde fin de période</a:t>
            </a:r>
          </a:p>
          <a:p>
            <a:pPr marL="342900" lvl="0" indent="-342900">
              <a:lnSpc>
                <a:spcPct val="90000"/>
              </a:lnSpc>
              <a:buClr>
                <a:srgbClr val="5BA3F4"/>
              </a:buClr>
              <a:buAutoNum type="arabicPeriod"/>
            </a:pPr>
            <a:r>
              <a:rPr lang="fr-FR" sz="1200"/>
              <a:t>Point le plus bas</a:t>
            </a:r>
          </a:p>
          <a:p>
            <a:pPr marL="342900" lvl="0" indent="-342900">
              <a:lnSpc>
                <a:spcPct val="90000"/>
              </a:lnSpc>
              <a:buClr>
                <a:srgbClr val="5BA3F4"/>
              </a:buClr>
              <a:buAutoNum type="arabicPeriod"/>
            </a:pPr>
            <a:r>
              <a:rPr lang="fr-FR" sz="1200"/>
              <a:t>Risque de découvert</a:t>
            </a:r>
          </a:p>
          <a:p>
            <a:pPr marL="342900" lvl="0" indent="-342900">
              <a:lnSpc>
                <a:spcPct val="90000"/>
              </a:lnSpc>
              <a:buClr>
                <a:srgbClr val="5BA3F4"/>
              </a:buClr>
              <a:buAutoNum type="arabicPeriod"/>
            </a:pPr>
            <a:r>
              <a:rPr lang="fr-FR" sz="1200"/>
              <a:t>Dépense moyenne</a:t>
            </a:r>
          </a:p>
          <a:p>
            <a:pPr marL="342900" lvl="0" indent="-342900">
              <a:lnSpc>
                <a:spcPct val="90000"/>
              </a:lnSpc>
              <a:buClr>
                <a:srgbClr val="5BA3F4"/>
              </a:buClr>
              <a:buAutoNum type="arabicPeriod"/>
            </a:pPr>
            <a:r>
              <a:rPr lang="fr-FR" sz="1200"/>
              <a:t>Total des dépenses</a:t>
            </a:r>
          </a:p>
          <a:p>
            <a:pPr marL="342900" lvl="0" indent="-342900">
              <a:lnSpc>
                <a:spcPct val="90000"/>
              </a:lnSpc>
              <a:buClr>
                <a:srgbClr val="5BA3F4"/>
              </a:buClr>
              <a:buAutoNum type="arabicPeriod"/>
            </a:pPr>
            <a:r>
              <a:rPr lang="fr-FR" sz="1200"/>
              <a:t>Nombre de dépenses</a:t>
            </a:r>
          </a:p>
          <a:p>
            <a:pPr marL="0" lvl="0" indent="0">
              <a:lnSpc>
                <a:spcPct val="90000"/>
              </a:lnSpc>
              <a:buClr>
                <a:srgbClr val="5BA3F4"/>
              </a:buClr>
              <a:buNone/>
            </a:pPr>
            <a:r>
              <a:rPr lang="fr-FR" sz="1200" b="1"/>
              <a:t>3 Graphiques Interactifs</a:t>
            </a:r>
          </a:p>
          <a:p>
            <a:pPr marL="342900" lvl="0" indent="-342900">
              <a:lnSpc>
                <a:spcPct val="90000"/>
              </a:lnSpc>
              <a:buClr>
                <a:srgbClr val="5BA3F4"/>
              </a:buClr>
              <a:buAutoNum type="arabicPeriod"/>
            </a:pPr>
            <a:r>
              <a:rPr lang="fr-FR" sz="1200"/>
              <a:t>Évolution de la trésorerie (courbe + zone)</a:t>
            </a:r>
          </a:p>
          <a:p>
            <a:pPr marL="342900" lvl="0" indent="-342900">
              <a:lnSpc>
                <a:spcPct val="90000"/>
              </a:lnSpc>
              <a:buClr>
                <a:srgbClr val="5BA3F4"/>
              </a:buClr>
              <a:buAutoNum type="arabicPeriod"/>
            </a:pPr>
            <a:r>
              <a:rPr lang="fr-FR" sz="1200"/>
              <a:t>Répartition des dépenses (camembert)</a:t>
            </a:r>
          </a:p>
          <a:p>
            <a:pPr marL="342900" lvl="0" indent="-342900">
              <a:lnSpc>
                <a:spcPct val="90000"/>
              </a:lnSpc>
              <a:buClr>
                <a:srgbClr val="5BA3F4"/>
              </a:buClr>
              <a:buAutoNum type="arabicPeriod"/>
            </a:pPr>
            <a:r>
              <a:rPr lang="fr-FR" sz="1200"/>
              <a:t>Prédiction sur 30 jours (régression linéaire)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2314323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F3D65BA-1C65-40FB-92EF-83951BDC1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8631"/>
            <a:ext cx="9143999" cy="4664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F52CCA-FCDD-49A0-BFFC-3BD41F1B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542924"/>
            <a:ext cx="2777490" cy="4249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2206" y="1064418"/>
            <a:ext cx="2311182" cy="15644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457200">
              <a:lnSpc>
                <a:spcPct val="90000"/>
              </a:lnSpc>
            </a:pPr>
            <a:r>
              <a:rPr lang="en-US" sz="2000">
                <a:solidFill>
                  <a:srgbClr val="FFFFFF"/>
                </a:solidFill>
              </a:rPr>
              <a:t>Démonstration : Scénario Étudiant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22206" y="2628821"/>
            <a:ext cx="2311182" cy="13002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 algn="l" defTabSz="457200">
              <a:spcAft>
                <a:spcPts val="600"/>
              </a:spcAft>
            </a:pPr>
            <a:r>
              <a:rPr lang="en-US" sz="1600" b="1" cap="all">
                <a:solidFill>
                  <a:srgbClr val="EBEBEB"/>
                </a:solidFill>
              </a:rPr>
              <a:t>Paramètres de Simulation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644844"/>
              </p:ext>
            </p:extLst>
          </p:nvPr>
        </p:nvGraphicFramePr>
        <p:xfrm>
          <a:off x="578580" y="909451"/>
          <a:ext cx="5125884" cy="3525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95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fr-FR" sz="1400"/>
                        <a:t>Élément</a:t>
                      </a:r>
                    </a:p>
                  </a:txBody>
                  <a:tcPr marL="91807" marR="91807" marT="45903" marB="45903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fr-FR" sz="1400"/>
                        <a:t>Valeur</a:t>
                      </a:r>
                    </a:p>
                  </a:txBody>
                  <a:tcPr marL="91807" marR="91807" marT="45903" marB="4590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95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fr-FR" sz="1400"/>
                        <a:t>Solde initial</a:t>
                      </a:r>
                    </a:p>
                  </a:txBody>
                  <a:tcPr marL="91807" marR="91807" marT="45903" marB="45903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fr-FR" sz="1400"/>
                        <a:t>1 200 euros</a:t>
                      </a:r>
                    </a:p>
                  </a:txBody>
                  <a:tcPr marL="91807" marR="91807" marT="45903" marB="4590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37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fr-FR" sz="1400"/>
                        <a:t>Salaire mensuel</a:t>
                      </a:r>
                    </a:p>
                  </a:txBody>
                  <a:tcPr marL="91807" marR="91807" marT="45903" marB="45903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fr-FR" sz="1400"/>
                        <a:t>1 800 euros (versé le 1er)</a:t>
                      </a:r>
                    </a:p>
                  </a:txBody>
                  <a:tcPr marL="91807" marR="91807" marT="45903" marB="4590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37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fr-FR" sz="1400"/>
                        <a:t>Loyer mensuel</a:t>
                      </a:r>
                    </a:p>
                  </a:txBody>
                  <a:tcPr marL="91807" marR="91807" marT="45903" marB="45903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fr-FR" sz="1400"/>
                        <a:t>700 euros (prélevé le 5)</a:t>
                      </a:r>
                    </a:p>
                  </a:txBody>
                  <a:tcPr marL="91807" marR="91807" marT="45903" marB="4590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37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fr-FR" sz="1400"/>
                        <a:t>Dépense imprévue</a:t>
                      </a:r>
                    </a:p>
                  </a:txBody>
                  <a:tcPr marL="91807" marR="91807" marT="45903" marB="45903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fr-FR" sz="1400"/>
                        <a:t>150 euros (le 15 février)</a:t>
                      </a:r>
                    </a:p>
                  </a:txBody>
                  <a:tcPr marL="91807" marR="91807" marT="45903" marB="4590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37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fr-FR" sz="1400"/>
                        <a:t>Période d’analyse</a:t>
                      </a:r>
                    </a:p>
                  </a:txBody>
                  <a:tcPr marL="91807" marR="91807" marT="45903" marB="45903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fr-FR" sz="1400"/>
                        <a:t>4 mois (janvier-avril 2026)</a:t>
                      </a:r>
                    </a:p>
                  </a:txBody>
                  <a:tcPr marL="91807" marR="91807" marT="45903" marB="4590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2314323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F3D65BA-1C65-40FB-92EF-83951BDC1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8631"/>
            <a:ext cx="9143999" cy="4664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1" descr="Untitled_files/figure-pptx/graph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8580" y="1134379"/>
            <a:ext cx="5125883" cy="3075528"/>
          </a:xfrm>
          <a:prstGeom prst="rect">
            <a:avLst/>
          </a:prstGeom>
          <a:noFill/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DF52CCA-FCDD-49A0-BFFC-3BD41F1B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542924"/>
            <a:ext cx="2777490" cy="4249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2206" y="1064418"/>
            <a:ext cx="2311182" cy="15644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457200">
              <a:lnSpc>
                <a:spcPct val="90000"/>
              </a:lnSpc>
            </a:pPr>
            <a:r>
              <a:rPr lang="en-US" sz="2800">
                <a:solidFill>
                  <a:srgbClr val="FFFFFF"/>
                </a:solidFill>
              </a:rPr>
              <a:t>Évolution du Solde Bancaire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2314323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F3D65BA-1C65-40FB-92EF-83951BDC1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8631"/>
            <a:ext cx="9143999" cy="4664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1" descr="Untitled_files/figure-pptx/prediction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8580" y="1179230"/>
            <a:ext cx="5125883" cy="2985826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DF52CCA-FCDD-49A0-BFFC-3BD41F1B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542924"/>
            <a:ext cx="2777490" cy="4249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2206" y="1064418"/>
            <a:ext cx="2311182" cy="15644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457200"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</a:rPr>
              <a:t>Prédiction par Machine Learning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>
                <a:solidFill>
                  <a:srgbClr val="FFFEFF"/>
                </a:solidFill>
              </a:rPr>
              <a:t>Tableau de Synthèse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1257005"/>
              </p:ext>
            </p:extLst>
          </p:nvPr>
        </p:nvGraphicFramePr>
        <p:xfrm>
          <a:off x="791875" y="1635918"/>
          <a:ext cx="7560249" cy="275867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610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9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09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fr-FR" sz="1300"/>
                        <a:t>Métrique</a:t>
                      </a:r>
                    </a:p>
                  </a:txBody>
                  <a:tcPr marL="89567" marR="89567" marT="44784" marB="44784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fr-FR" sz="1300"/>
                        <a:t>Résultat</a:t>
                      </a:r>
                    </a:p>
                  </a:txBody>
                  <a:tcPr marL="89567" marR="89567" marT="44784" marB="447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09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fr-FR" sz="1300"/>
                        <a:t>Solde final</a:t>
                      </a:r>
                    </a:p>
                  </a:txBody>
                  <a:tcPr marL="89567" marR="89567" marT="44784" marB="44784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fr-FR" sz="1300"/>
                        <a:t>5 450 euros</a:t>
                      </a:r>
                    </a:p>
                  </a:txBody>
                  <a:tcPr marL="89567" marR="89567" marT="44784" marB="447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09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fr-FR" sz="1300"/>
                        <a:t>Point le plus bas</a:t>
                      </a:r>
                    </a:p>
                  </a:txBody>
                  <a:tcPr marL="89567" marR="89567" marT="44784" marB="44784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fr-FR" sz="1300"/>
                        <a:t>2 300 euros</a:t>
                      </a:r>
                    </a:p>
                  </a:txBody>
                  <a:tcPr marL="89567" marR="89567" marT="44784" marB="4478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09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fr-FR" sz="1300"/>
                        <a:t>Date critique</a:t>
                      </a:r>
                    </a:p>
                  </a:txBody>
                  <a:tcPr marL="89567" marR="89567" marT="44784" marB="44784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fr-FR" sz="1300"/>
                        <a:t>05/01/2026</a:t>
                      </a:r>
                    </a:p>
                  </a:txBody>
                  <a:tcPr marL="89567" marR="89567" marT="44784" marB="4478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09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fr-FR" sz="1300"/>
                        <a:t>Statut</a:t>
                      </a:r>
                    </a:p>
                  </a:txBody>
                  <a:tcPr marL="89567" marR="89567" marT="44784" marB="44784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fr-FR" sz="1300"/>
                        <a:t>SITUATION STABLE</a:t>
                      </a:r>
                    </a:p>
                  </a:txBody>
                  <a:tcPr marL="89567" marR="89567" marT="44784" marB="4478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09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fr-FR" sz="1300"/>
                        <a:t>Dépense moyenne</a:t>
                      </a:r>
                    </a:p>
                  </a:txBody>
                  <a:tcPr marL="89567" marR="89567" marT="44784" marB="44784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fr-FR" sz="1300"/>
                        <a:t>590 euros</a:t>
                      </a:r>
                    </a:p>
                  </a:txBody>
                  <a:tcPr marL="89567" marR="89567" marT="44784" marB="4478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09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fr-FR" sz="1300"/>
                        <a:t>Total dépenses</a:t>
                      </a:r>
                    </a:p>
                  </a:txBody>
                  <a:tcPr marL="89567" marR="89567" marT="44784" marB="44784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fr-FR" sz="1300"/>
                        <a:t>2 950 euros</a:t>
                      </a:r>
                    </a:p>
                  </a:txBody>
                  <a:tcPr marL="89567" marR="89567" marT="44784" marB="4478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28117C-9446-4E7F-AE62-95E0F6DB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D30AFB-4D71-48B0-AA00-28EE92363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A0B76F-8010-4C62-B4B6-C5FC438C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C936C0-4624-438D-BDD0-6B296BD6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2314323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D4960A-896E-4F6B-BF65-B4662AC9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84944A-8803-462C-84C5-4576C56A7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342899"/>
            <a:ext cx="2714120" cy="388133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1575" y="825498"/>
            <a:ext cx="2349479" cy="32090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457200"/>
            <a:r>
              <a:rPr lang="en-US" sz="2800">
                <a:solidFill>
                  <a:srgbClr val="FFFFFF"/>
                </a:solidFill>
              </a:rPr>
              <a:t>Répartition des Dépenses</a:t>
            </a:r>
          </a:p>
        </p:txBody>
      </p:sp>
      <p:pic>
        <p:nvPicPr>
          <p:cNvPr id="3" name="Picture 1" descr="Untitled_files/figure-pptx/graph2-1.png"/>
          <p:cNvPicPr>
            <a:picLocks noGrp="1" noChangeAspect="1"/>
          </p:cNvPicPr>
          <p:nvPr/>
        </p:nvPicPr>
        <p:blipFill>
          <a:blip r:embed="rId2"/>
          <a:srcRect r="3525" b="-1"/>
          <a:stretch>
            <a:fillRect/>
          </a:stretch>
        </p:blipFill>
        <p:spPr bwMode="auto">
          <a:xfrm>
            <a:off x="339976" y="342900"/>
            <a:ext cx="5691664" cy="4424737"/>
          </a:xfrm>
          <a:prstGeom prst="rect">
            <a:avLst/>
          </a:prstGeom>
          <a:noFill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07F3B49-8C20-42F5-831D-59306D05F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280720"/>
            <a:ext cx="2714121" cy="48691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F28DDD-9641-43BA-944D-79B06870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671" y="778475"/>
            <a:ext cx="2290568" cy="3531848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fr-FR" sz="1900" dirty="0">
                <a:solidFill>
                  <a:schemeClr val="accent1"/>
                </a:solidFill>
              </a:rPr>
              <a:t>Démonstration Live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AA2954-062E-4B72-A97B-0B066FB15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CA29A6-E0B1-40CD-ADF7-7B8E932A3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D5F866-AD72-475A-B6C6-54E4577D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2BAD4C-6EA9-4F10-92D4-A1C8C53D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5138" y="542923"/>
            <a:ext cx="5623962" cy="425767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DE9CF2-141B-1B0E-9F4A-C7B1AA00B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0295466"/>
              </p:ext>
            </p:extLst>
          </p:nvPr>
        </p:nvGraphicFramePr>
        <p:xfrm>
          <a:off x="3448828" y="778475"/>
          <a:ext cx="5259278" cy="3531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Robustesse et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b="1"/>
              <a:t>Validation des Entrées Utilisateur</a:t>
            </a:r>
          </a:p>
          <a:p>
            <a:pPr lvl="0" indent="0">
              <a:buNone/>
            </a:pPr>
            <a:r>
              <a:rPr>
                <a:latin typeface="Courier"/>
              </a:rPr>
              <a:t>calculs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reactive</a:t>
            </a:r>
            <a:r>
              <a:rPr>
                <a:latin typeface="Courier"/>
              </a:rPr>
              <a:t>({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validate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need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!</a:t>
            </a:r>
            <a:r>
              <a:rPr>
                <a:solidFill>
                  <a:srgbClr val="06287E"/>
                </a:solidFill>
                <a:latin typeface="Courier"/>
              </a:rPr>
              <a:t>is.na</a:t>
            </a:r>
            <a:r>
              <a:rPr>
                <a:latin typeface="Courier"/>
              </a:rPr>
              <a:t>(input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solde), 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4070A0"/>
                </a:solidFill>
                <a:latin typeface="Courier"/>
              </a:rPr>
              <a:t>"Veuillez entrer un solde initial."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need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!</a:t>
            </a:r>
            <a:r>
              <a:rPr>
                <a:solidFill>
                  <a:srgbClr val="06287E"/>
                </a:solidFill>
                <a:latin typeface="Courier"/>
              </a:rPr>
              <a:t>is.na</a:t>
            </a:r>
            <a:r>
              <a:rPr>
                <a:latin typeface="Courier"/>
              </a:rPr>
              <a:t>(input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salaire), 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4070A0"/>
                </a:solidFill>
                <a:latin typeface="Courier"/>
              </a:rPr>
              <a:t>"Le montant du salaire est requis."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need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!</a:t>
            </a:r>
            <a:r>
              <a:rPr>
                <a:solidFill>
                  <a:srgbClr val="06287E"/>
                </a:solidFill>
                <a:latin typeface="Courier"/>
              </a:rPr>
              <a:t>is.na</a:t>
            </a:r>
            <a:r>
              <a:rPr>
                <a:latin typeface="Courier"/>
              </a:rPr>
              <a:t>(input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loyer), 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4070A0"/>
                </a:solidFill>
                <a:latin typeface="Courier"/>
              </a:rPr>
              <a:t>"Le montant du loyer est requis."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need</a:t>
            </a:r>
            <a:r>
              <a:rPr>
                <a:latin typeface="Courier"/>
              </a:rPr>
              <a:t>(input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debut </a:t>
            </a:r>
            <a:r>
              <a:rPr>
                <a:solidFill>
                  <a:srgbClr val="4070A0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input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fin, 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4070A0"/>
                </a:solidFill>
                <a:latin typeface="Courier"/>
              </a:rPr>
              <a:t>"La date de début doit être avant la date de fin."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)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# Calculs protégés...</a:t>
            </a:r>
            <a:br/>
            <a:r>
              <a:rPr>
                <a:latin typeface="Courier"/>
              </a:rPr>
              <a:t>})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F28DDD-9641-43BA-944D-79B06870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671" y="778475"/>
            <a:ext cx="2290568" cy="3531848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fr-FR">
                <a:solidFill>
                  <a:schemeClr val="accent1"/>
                </a:solidFill>
              </a:rPr>
              <a:t>Bénéfices de la Validation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AA2954-062E-4B72-A97B-0B066FB15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CA29A6-E0B1-40CD-ADF7-7B8E932A3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D5F866-AD72-475A-B6C6-54E4577D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2BAD4C-6EA9-4F10-92D4-A1C8C53D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5138" y="542923"/>
            <a:ext cx="5623962" cy="425767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F1CEA4-D089-D758-C9B5-D67483AAD0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0125355"/>
              </p:ext>
            </p:extLst>
          </p:nvPr>
        </p:nvGraphicFramePr>
        <p:xfrm>
          <a:off x="3448828" y="778475"/>
          <a:ext cx="5259278" cy="3531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Faiblesses et Limites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Limites identifiées :</a:t>
            </a:r>
          </a:p>
          <a:p>
            <a:pPr lvl="0"/>
            <a:r>
              <a:t>Modèle de prédiction linéaire simple</a:t>
            </a:r>
          </a:p>
          <a:p>
            <a:pPr lvl="0"/>
            <a:r>
              <a:t>Pas de gestion des dépenses variables détaillées</a:t>
            </a:r>
          </a:p>
          <a:p>
            <a:pPr lvl="0"/>
            <a:r>
              <a:t>Nécessite une connexion internet</a:t>
            </a:r>
          </a:p>
          <a:p>
            <a:pPr lvl="0"/>
            <a:r>
              <a:t>Limites de shinyapps.io (25 heures/mois en version gratuite)</a:t>
            </a:r>
          </a:p>
          <a:p>
            <a:pPr lvl="0"/>
            <a:r>
              <a:t>Pas de sauvegarde automatique des simulations</a:t>
            </a:r>
          </a:p>
          <a:p>
            <a:pPr lvl="0"/>
            <a:r>
              <a:t>Interface uniquement en français</a:t>
            </a:r>
          </a:p>
          <a:p>
            <a:pPr lvl="0"/>
            <a:r>
              <a:t>Pas de synchronisation bancaire automatique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Points Forts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/>
              <a:t>Pour l’application déployée sur shinyapps.io :</a:t>
            </a:r>
          </a:p>
          <a:p>
            <a:pPr lvl="0"/>
            <a:r>
              <a:t>Interface intuitive et facile à utiliser</a:t>
            </a:r>
          </a:p>
          <a:p>
            <a:pPr lvl="0"/>
            <a:r>
              <a:t>Visualisations claires et informatives</a:t>
            </a:r>
          </a:p>
          <a:p>
            <a:pPr lvl="0"/>
            <a:r>
              <a:t>5 fonctions complètes et robustes</a:t>
            </a:r>
          </a:p>
          <a:p>
            <a:pPr lvl="0"/>
            <a:r>
              <a:t>Prédiction du solde futur sur 30 jours</a:t>
            </a:r>
          </a:p>
          <a:p>
            <a:pPr lvl="0"/>
            <a:r>
              <a:t>Analyse statistique des dépenses</a:t>
            </a:r>
          </a:p>
          <a:p>
            <a:pPr lvl="0"/>
            <a:r>
              <a:t>Export des données en CSV</a:t>
            </a:r>
          </a:p>
          <a:p>
            <a:pPr lvl="0"/>
            <a:r>
              <a:t>Alertes visuelles pour les découverts</a:t>
            </a:r>
          </a:p>
          <a:p>
            <a:pPr lvl="0"/>
            <a:r>
              <a:t>Gratuit et accessible en ligne</a:t>
            </a:r>
          </a:p>
          <a:p>
            <a:pPr lvl="0"/>
            <a:r>
              <a:t>Code open source sur GitHub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>
                <a:solidFill>
                  <a:srgbClr val="FFFE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FB4B05-D718-779D-E221-9F4DBC504A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2407241"/>
              </p:ext>
            </p:extLst>
          </p:nvPr>
        </p:nvGraphicFramePr>
        <p:xfrm>
          <a:off x="435768" y="1635918"/>
          <a:ext cx="8272463" cy="2758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450" y="526617"/>
            <a:ext cx="5368399" cy="7603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>
                <a:solidFill>
                  <a:schemeClr val="accent1"/>
                </a:solidFill>
              </a:rPr>
              <a:t>Questions ?</a:t>
            </a:r>
          </a:p>
        </p:txBody>
      </p:sp>
      <p:pic>
        <p:nvPicPr>
          <p:cNvPr id="19" name="Picture 4" descr="Main tenant un stylo et une trame de fond sur une feuille">
            <a:extLst>
              <a:ext uri="{FF2B5EF4-FFF2-40B4-BE49-F238E27FC236}">
                <a16:creationId xmlns:a16="http://schemas.microsoft.com/office/drawing/2014/main" id="{E415BB96-5A5C-7416-FC0C-A9EE5BC0C6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688" r="20218"/>
          <a:stretch>
            <a:fillRect/>
          </a:stretch>
        </p:blipFill>
        <p:spPr>
          <a:xfrm>
            <a:off x="20" y="10"/>
            <a:ext cx="3098779" cy="514348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450" y="342900"/>
            <a:ext cx="5417820" cy="68580"/>
          </a:xfrm>
          <a:prstGeom prst="rect">
            <a:avLst/>
          </a:prstGeom>
          <a:solidFill>
            <a:srgbClr val="F6B86D"/>
          </a:solidFill>
          <a:ln>
            <a:solidFill>
              <a:srgbClr val="F6B8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450" y="1422399"/>
            <a:ext cx="5368400" cy="2971700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buClr>
                <a:srgbClr val="F6B86D"/>
              </a:buClr>
              <a:buNone/>
            </a:pPr>
            <a:r>
              <a:rPr lang="fr-FR" b="1" dirty="0"/>
              <a:t>Contacts</a:t>
            </a:r>
          </a:p>
          <a:p>
            <a:pPr lvl="0">
              <a:lnSpc>
                <a:spcPct val="90000"/>
              </a:lnSpc>
              <a:buClr>
                <a:srgbClr val="F6B86D"/>
              </a:buClr>
            </a:pPr>
            <a:r>
              <a:rPr lang="fr-FR" dirty="0"/>
              <a:t>CABOUL Emma : </a:t>
            </a:r>
            <a:r>
              <a:rPr lang="fr-FR" dirty="0">
                <a:hlinkClick r:id="rId3"/>
              </a:rPr>
              <a:t>@manoucaboul-arch</a:t>
            </a:r>
          </a:p>
          <a:p>
            <a:pPr lvl="0">
              <a:lnSpc>
                <a:spcPct val="90000"/>
              </a:lnSpc>
              <a:buClr>
                <a:srgbClr val="F6B86D"/>
              </a:buClr>
            </a:pPr>
            <a:r>
              <a:rPr lang="fr-FR" dirty="0"/>
              <a:t>TCHAKAH Abra : </a:t>
            </a:r>
            <a:r>
              <a:rPr lang="fr-FR" dirty="0">
                <a:hlinkClick r:id="rId4"/>
              </a:rPr>
              <a:t>@bienvenue2002</a:t>
            </a:r>
          </a:p>
          <a:p>
            <a:pPr marL="0" lvl="0" indent="0">
              <a:lnSpc>
                <a:spcPct val="90000"/>
              </a:lnSpc>
              <a:buClr>
                <a:srgbClr val="F6B86D"/>
              </a:buClr>
              <a:buNone/>
            </a:pPr>
            <a:r>
              <a:rPr lang="fr-FR" b="1" dirty="0"/>
              <a:t>Ressources</a:t>
            </a:r>
          </a:p>
          <a:p>
            <a:pPr lvl="0">
              <a:lnSpc>
                <a:spcPct val="90000"/>
              </a:lnSpc>
              <a:buClr>
                <a:srgbClr val="F6B86D"/>
              </a:buClr>
            </a:pPr>
            <a:r>
              <a:rPr lang="fr-FR" dirty="0"/>
              <a:t>Application : </a:t>
            </a:r>
            <a:r>
              <a:rPr lang="fr-FR" dirty="0">
                <a:hlinkClick r:id="rId5"/>
              </a:rPr>
              <a:t>https://manoucaboul-arch.shinyapps.io/monbudget/</a:t>
            </a:r>
          </a:p>
          <a:p>
            <a:pPr lvl="0">
              <a:lnSpc>
                <a:spcPct val="90000"/>
              </a:lnSpc>
              <a:buClr>
                <a:srgbClr val="F6B86D"/>
              </a:buClr>
            </a:pPr>
            <a:r>
              <a:rPr lang="fr-FR" dirty="0"/>
              <a:t>Code source : </a:t>
            </a:r>
            <a:r>
              <a:rPr lang="fr-FR" dirty="0">
                <a:hlinkClick r:id="rId6"/>
              </a:rPr>
              <a:t>https://github.com/manoucaboul-arch/Simulateur-budget-etudiant</a:t>
            </a:r>
          </a:p>
          <a:p>
            <a:pPr lvl="0">
              <a:lnSpc>
                <a:spcPct val="90000"/>
              </a:lnSpc>
              <a:buClr>
                <a:srgbClr val="F6B86D"/>
              </a:buClr>
            </a:pPr>
            <a:r>
              <a:rPr lang="fr-FR" dirty="0"/>
              <a:t>Licence : MIT</a:t>
            </a:r>
          </a:p>
          <a:p>
            <a:pPr marL="0" lvl="0" indent="0">
              <a:lnSpc>
                <a:spcPct val="90000"/>
              </a:lnSpc>
              <a:buClr>
                <a:srgbClr val="F6B86D"/>
              </a:buClr>
              <a:buNone/>
            </a:pPr>
            <a:r>
              <a:rPr lang="fr-FR" b="1" dirty="0"/>
              <a:t>Master MPE - Analyse de données avec R</a:t>
            </a:r>
          </a:p>
          <a:p>
            <a:pPr marL="0" lvl="0" indent="0">
              <a:lnSpc>
                <a:spcPct val="90000"/>
              </a:lnSpc>
              <a:buClr>
                <a:srgbClr val="F6B86D"/>
              </a:buClr>
              <a:buNone/>
            </a:pPr>
            <a:r>
              <a:rPr lang="fr-FR" b="1" dirty="0"/>
              <a:t>Merci pour votre attention !</a:t>
            </a:r>
            <a:r>
              <a:rPr lang="fr-FR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530</TotalTime>
  <Words>1623</Words>
  <Application>Microsoft Macintosh PowerPoint</Application>
  <PresentationFormat>Affichage à l'écran (16:9)</PresentationFormat>
  <Paragraphs>189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9" baseType="lpstr">
      <vt:lpstr>Arial</vt:lpstr>
      <vt:lpstr>Courier</vt:lpstr>
      <vt:lpstr>Gill Sans MT</vt:lpstr>
      <vt:lpstr>Wingdings 2</vt:lpstr>
      <vt:lpstr>Dividende</vt:lpstr>
      <vt:lpstr>Simulateur Budget Étudiant</vt:lpstr>
      <vt:lpstr>Plan de Présentation</vt:lpstr>
      <vt:lpstr>Contexte et Problématique</vt:lpstr>
      <vt:lpstr>Objectifs du Projet</vt:lpstr>
      <vt:lpstr>Architecture Technique</vt:lpstr>
      <vt:lpstr>Fonction 1 : Génération des Flux Temporels</vt:lpstr>
      <vt:lpstr>Fonction 2 : Simulation du Budget</vt:lpstr>
      <vt:lpstr>Fonction 3 : Analyse des Risques</vt:lpstr>
      <vt:lpstr>Fonction 4 : Analyse des Dépenses</vt:lpstr>
      <vt:lpstr>Fonction 5 : Prédiction du Solde</vt:lpstr>
      <vt:lpstr>Interface Utilisateur</vt:lpstr>
      <vt:lpstr>Dashboard Principal</vt:lpstr>
      <vt:lpstr>Démonstration : Scénario Étudiant</vt:lpstr>
      <vt:lpstr>Évolution du Solde Bancaire</vt:lpstr>
      <vt:lpstr>Prédiction par Machine Learning</vt:lpstr>
      <vt:lpstr>Tableau de Synthèse</vt:lpstr>
      <vt:lpstr>Répartition des Dépenses</vt:lpstr>
      <vt:lpstr>Démonstration Live</vt:lpstr>
      <vt:lpstr>Robustesse et Validation</vt:lpstr>
      <vt:lpstr>Bénéfices de la Validation</vt:lpstr>
      <vt:lpstr>Faiblesses et Limites</vt:lpstr>
      <vt:lpstr>Points Forts du Projet</vt:lpstr>
      <vt:lpstr>Conclusion</vt:lpstr>
      <vt:lpstr>Questions ?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Simulateur Budget Étudiant</dc:title>
  <dc:creator>CABOUL Emma &amp; TCHAKAH Abra</dc:creator>
  <cp:keywords/>
  <cp:lastModifiedBy>Abra Bienvenue TCHAKAH</cp:lastModifiedBy>
  <cp:revision>2</cp:revision>
  <dcterms:created xsi:type="dcterms:W3CDTF">2026-01-12T02:18:43Z</dcterms:created>
  <dcterms:modified xsi:type="dcterms:W3CDTF">2026-01-12T11:27:55Z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Janvier 2026</vt:lpwstr>
  </property>
  <property fmtid="{D5CDD505-2E9C-101B-9397-08002B2CF9AE}" pid="3" name="output">
    <vt:lpwstr/>
  </property>
  <property fmtid="{D5CDD505-2E9C-101B-9397-08002B2CF9AE}" pid="4" name="subtitle">
    <vt:lpwstr>Application Shiny pour la gestion financière</vt:lpwstr>
  </property>
</Properties>
</file>